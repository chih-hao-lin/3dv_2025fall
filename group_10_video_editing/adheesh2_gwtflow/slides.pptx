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oppins Medium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Medium-regular.fntdata"/><Relationship Id="rId10" Type="http://schemas.openxmlformats.org/officeDocument/2006/relationships/slide" Target="slides/slide5.xml"/><Relationship Id="rId13" Type="http://schemas.openxmlformats.org/officeDocument/2006/relationships/font" Target="fonts/PoppinsMedium-italic.fntdata"/><Relationship Id="rId12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ac6fef9f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0ac6fef9f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d938f316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0d938f316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Patch extraction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Crop a tight rectangle around your polygon and make an RGBA patch whose alpha is the polygon mask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Compute pivot in patch co-ordinates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Get backface as 180 degree flip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Compute trapezoid destination by projecting the left and right edges of the rectangle </a:t>
            </a:r>
            <a:r>
              <a:rPr b="1" lang="en"/>
              <a:t>using a pinhole model</a:t>
            </a:r>
            <a:r>
              <a:rPr lang="en"/>
              <a:t>, keeping Y unchanged (vertical lines stay vertical).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Build a 3×3 homography from source rectangle to destination trapezoid, and warp with cv2.warpPerspective (cut_and_drag_gui.py:426).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0d938f316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0d938f316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d938f316_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d938f316_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d938f316_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d938f316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Medium"/>
              <a:buNone/>
              <a:defRPr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Medium"/>
              <a:buChar char="●"/>
              <a:defRPr sz="1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○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■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●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○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■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●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○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 Medium"/>
              <a:buChar char="■"/>
              <a:defRPr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7XOp_HgUMG3GRpT32KFfaiVtyHE_16Bk/view" TargetMode="External"/><Relationship Id="rId4" Type="http://schemas.openxmlformats.org/officeDocument/2006/relationships/image" Target="../media/image6.jpg"/><Relationship Id="rId5" Type="http://schemas.openxmlformats.org/officeDocument/2006/relationships/hyperlink" Target="http://drive.google.com/file/d/1p6b8pKnJ5l1Jrt_pR591B0PQBsn5eMxZ/view" TargetMode="External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KD0saq6bGDcMwiOu9iRpYgrdImFSfFYK/view" TargetMode="External"/><Relationship Id="rId4" Type="http://schemas.openxmlformats.org/officeDocument/2006/relationships/image" Target="../media/image4.jpg"/><Relationship Id="rId5" Type="http://schemas.openxmlformats.org/officeDocument/2006/relationships/hyperlink" Target="http://drive.google.com/file/d/1BNUkeHHbCrIgllOf0sPoxtG-oFUhcq6H/view" TargetMode="External"/><Relationship Id="rId6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DzZxsJsKfE7CSzVNfia_EQDRuhCYZDRC/view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08050" y="1734150"/>
            <a:ext cx="8520600" cy="24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Hacker 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Adheesh Juvekar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rotation around a new axis</a:t>
            </a:r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429600" y="1152475"/>
            <a:ext cx="8284798" cy="3416401"/>
            <a:chOff x="480200" y="1152475"/>
            <a:chExt cx="8284798" cy="3416401"/>
          </a:xfrm>
        </p:grpSpPr>
        <p:pic>
          <p:nvPicPr>
            <p:cNvPr id="61" name="Google Shape;6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94043" y="1152475"/>
              <a:ext cx="3970955" cy="341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0200" y="1152475"/>
              <a:ext cx="3970951" cy="3416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43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and without same noise on the back</a:t>
            </a:r>
            <a:endParaRPr/>
          </a:p>
        </p:txBody>
      </p:sp>
      <p:pic>
        <p:nvPicPr>
          <p:cNvPr id="68" name="Google Shape;68;p15" title="cube.mp4_preview_compress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900" y="1171349"/>
            <a:ext cx="7346198" cy="183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cube_mirror.mp4_preview_compressed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900" y="3306925"/>
            <a:ext cx="7346198" cy="183654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898900" y="292557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w/ noise</a:t>
            </a:r>
            <a:endParaRPr sz="1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898900" y="81627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w/o noise</a:t>
            </a:r>
            <a:endParaRPr sz="1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Teapot example</a:t>
            </a:r>
            <a:endParaRPr/>
          </a:p>
        </p:txBody>
      </p:sp>
      <p:pic>
        <p:nvPicPr>
          <p:cNvPr id="77" name="Google Shape;77;p16" title="teapot_2.mp4_preview_compress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8520601" cy="213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teapot_3.mp4_preview_compressed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188327"/>
            <a:ext cx="8520633" cy="21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objects/occlusion</a:t>
            </a:r>
            <a:endParaRPr/>
          </a:p>
        </p:txBody>
      </p:sp>
      <p:pic>
        <p:nvPicPr>
          <p:cNvPr id="84" name="Google Shape;84;p17" title="glasses.mp4_preview_compress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00" y="1411525"/>
            <a:ext cx="8302397" cy="207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