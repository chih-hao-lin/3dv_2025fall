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da6d9a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da6d9a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da6d9a6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da6d9a6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5da6d9a6b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5da6d9a6b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da6d9a6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5da6d9a6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5da6d9a6b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5da6d9a6b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5e3e303c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5e3e303c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5e3e303c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5e3e303c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5da6d9a6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5da6d9a6b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hyperlink" Target="http://drive.google.com/file/d/1DHNdINa2jh_IvxcIlIMVZYVCFLI4SFr7/view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rMYGLsra0rUlHIfSoPHPt9D2YnNrxY_r/vi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-ewyayk0afuos3ztNhAVrgjYGARA1_9P/view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VfWpCDYpCk5ggxGl03D6RZSYQFjrTB69/view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Hacker #1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22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Reproduction of GNS on 2D fluid from scratch</a:t>
            </a:r>
            <a:endParaRPr sz="2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Yi-Ruei Liu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Implement GNS from scratch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Learn the 2D fluid physics</a:t>
            </a:r>
            <a:endParaRPr sz="2000"/>
          </a:p>
        </p:txBody>
      </p:sp>
      <p:pic>
        <p:nvPicPr>
          <p:cNvPr id="68" name="Google Shape;68;p15" descr="一張含有 文字, 圖表, 折紙 的圖片&#10;&#10;AI 產生的內容可能不正確。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238" y="2196325"/>
            <a:ext cx="8141537" cy="275624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636930" y="2332017"/>
            <a:ext cx="2671200" cy="26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400" tIns="81400" rIns="81400" bIns="81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46"/>
              <a:t> </a:t>
            </a:r>
            <a:endParaRPr sz="1246"/>
          </a:p>
        </p:txBody>
      </p:sp>
      <p:sp>
        <p:nvSpPr>
          <p:cNvPr id="70" name="Google Shape;70;p15"/>
          <p:cNvSpPr/>
          <p:nvPr/>
        </p:nvSpPr>
        <p:spPr>
          <a:xfrm>
            <a:off x="1348950" y="2099525"/>
            <a:ext cx="1067400" cy="2976000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Simulator: Taichi-MPM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Record position of all particles at all frames.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Params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# of particles: 1900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# of frames per rollout: 750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# of training rollouts: 1000</a:t>
            </a:r>
            <a:endParaRPr sz="2000"/>
          </a:p>
        </p:txBody>
      </p:sp>
      <p:pic>
        <p:nvPicPr>
          <p:cNvPr id="77" name="Google Shape;77;p16" descr="GitHub - taichi-dev/docs.taichi.graphics: Home of the Taichi documentation  site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025" y="201824"/>
            <a:ext cx="3547975" cy="128244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5655158" y="260958"/>
            <a:ext cx="1164000" cy="11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475" tIns="35475" rIns="35475" bIns="35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3"/>
              <a:t> </a:t>
            </a:r>
            <a:endParaRPr sz="543"/>
          </a:p>
        </p:txBody>
      </p:sp>
      <p:pic>
        <p:nvPicPr>
          <p:cNvPr id="79" name="Google Shape;79;p16" title="rollout_000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5762" y="1841125"/>
            <a:ext cx="3088500" cy="308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Setting &amp; Training</a:t>
            </a: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Use "relative" variant: feed distance between two particles as edge feat instead of their absolute positions as node feature.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Train for 2M steps using Adam.</a:t>
            </a:r>
            <a:endParaRPr sz="2000"/>
          </a:p>
        </p:txBody>
      </p:sp>
      <p:pic>
        <p:nvPicPr>
          <p:cNvPr id="86" name="Google Shape;86;p17" descr="一張含有 文字, 螢幕擷取畫面, 圖表, 字型 的圖片&#10;&#10;AI 產生的內容可能不正確。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669" y="3578750"/>
            <a:ext cx="6804657" cy="156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Simulate fluid dynamics on novel init condition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93" name="Google Shape;93;p18" title="2M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75" y="1217750"/>
            <a:ext cx="7485851" cy="35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Simulate fluid dynamics on novel init condition</a:t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0" name="Google Shape;100;p19" title="2M_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7288" y="1321400"/>
            <a:ext cx="6929424" cy="330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Failure case</a:t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7" name="Google Shape;107;p20" title="2M_fai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375" y="1231600"/>
            <a:ext cx="7565249" cy="361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Learned</a:t>
            </a:r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Learning physics is time and memory consuming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10Mb per rollout for this simple test setting.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Training time ~ 1 day to get good performance.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small error can cause the physical system become unstable. 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Possible solution: </a:t>
            </a:r>
            <a:endParaRPr sz="2000"/>
          </a:p>
        </p:txBody>
      </p:sp>
      <p:sp>
        <p:nvSpPr>
          <p:cNvPr id="114" name="Google Shape;114;p21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如螢幕大小 (16:9)</PresentationFormat>
  <Paragraphs>32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Hacker #1</vt:lpstr>
      <vt:lpstr>Task</vt:lpstr>
      <vt:lpstr>Simulation</vt:lpstr>
      <vt:lpstr>Model Setting &amp; Training</vt:lpstr>
      <vt:lpstr>Simulate fluid dynamics on novel init condition</vt:lpstr>
      <vt:lpstr>Simulate fluid dynamics on novel init condition</vt:lpstr>
      <vt:lpstr>Failure case</vt:lpstr>
      <vt:lpstr>Lesson Learned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Liu, Yi-Ruei</cp:lastModifiedBy>
  <cp:revision>1</cp:revision>
  <dcterms:modified xsi:type="dcterms:W3CDTF">2025-10-11T19:52:40Z</dcterms:modified>
</cp:coreProperties>
</file>