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2" r:id="rId10"/>
    <p:sldId id="28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6D1383-A87A-3D07-1728-C0C3AEDD4194}" v="482" dt="2025-09-27T23:47:12.569"/>
    <p1510:client id="{440DDE94-E9F4-9316-62CA-456C5268072D}" v="7" dt="2025-09-28T13:49:16.754"/>
    <p1510:client id="{8CC97F13-0E27-AA95-34D8-5F24769A2B6D}" v="309" dt="2025-09-27T20:02:50.512"/>
    <p1510:client id="{B04E62B6-B37E-D9E2-FFB3-8B87C71A55B8}" v="497" dt="2025-09-27T21:49:01.360"/>
    <p1510:client id="{DD04DBE9-F842-83D4-E0A4-51DF670244ED}" v="1132" dt="2025-09-29T16:20:24.3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3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g, Jingwang" userId="3522e12e-43f3-455d-b078-c970953f5b0e" providerId="ADAL" clId="{5DB4E5ED-7303-4879-A330-EB8A84CD839A}"/>
    <pc:docChg chg="addSld delSld">
      <pc:chgData name="Ling, Jingwang" userId="3522e12e-43f3-455d-b078-c970953f5b0e" providerId="ADAL" clId="{5DB4E5ED-7303-4879-A330-EB8A84CD839A}" dt="2025-09-26T00:33:40.010" v="1" actId="47"/>
      <pc:docMkLst>
        <pc:docMk/>
      </pc:docMkLst>
      <pc:sldChg chg="new">
        <pc:chgData name="Ling, Jingwang" userId="3522e12e-43f3-455d-b078-c970953f5b0e" providerId="ADAL" clId="{5DB4E5ED-7303-4879-A330-EB8A84CD839A}" dt="2025-09-26T00:33:37.147" v="0" actId="680"/>
        <pc:sldMkLst>
          <pc:docMk/>
          <pc:sldMk cId="1263795227" sldId="257"/>
        </pc:sldMkLst>
      </pc:sldChg>
    </pc:docChg>
  </pc:docChgLst>
  <pc:docChgLst>
    <pc:chgData name="Rodgers, Casey Jane" userId="S::caseyjr2@illinois.edu::3690f2f1-d68e-4fbd-92c9-dfae6bfef47a" providerId="AD" clId="Web-{DD04DBE9-F842-83D4-E0A4-51DF670244ED}"/>
    <pc:docChg chg="addSld delSld modSld">
      <pc:chgData name="Rodgers, Casey Jane" userId="S::caseyjr2@illinois.edu::3690f2f1-d68e-4fbd-92c9-dfae6bfef47a" providerId="AD" clId="Web-{DD04DBE9-F842-83D4-E0A4-51DF670244ED}" dt="2025-09-29T16:20:24.334" v="1022" actId="14100"/>
      <pc:docMkLst>
        <pc:docMk/>
      </pc:docMkLst>
      <pc:sldChg chg="modSp new mod modClrScheme chgLayout">
        <pc:chgData name="Rodgers, Casey Jane" userId="S::caseyjr2@illinois.edu::3690f2f1-d68e-4fbd-92c9-dfae6bfef47a" providerId="AD" clId="Web-{DD04DBE9-F842-83D4-E0A4-51DF670244ED}" dt="2025-09-29T15:46:06.085" v="148"/>
        <pc:sldMkLst>
          <pc:docMk/>
          <pc:sldMk cId="2073556220" sldId="273"/>
        </pc:sldMkLst>
        <pc:spChg chg="mod ord">
          <ac:chgData name="Rodgers, Casey Jane" userId="S::caseyjr2@illinois.edu::3690f2f1-d68e-4fbd-92c9-dfae6bfef47a" providerId="AD" clId="Web-{DD04DBE9-F842-83D4-E0A4-51DF670244ED}" dt="2025-09-29T15:45:59.397" v="147" actId="20577"/>
          <ac:spMkLst>
            <pc:docMk/>
            <pc:sldMk cId="2073556220" sldId="273"/>
            <ac:spMk id="2" creationId="{A2B106CF-0E17-3A52-35E7-A47F4A4192BB}"/>
          </ac:spMkLst>
        </pc:spChg>
        <pc:spChg chg="mod ord">
          <ac:chgData name="Rodgers, Casey Jane" userId="S::caseyjr2@illinois.edu::3690f2f1-d68e-4fbd-92c9-dfae6bfef47a" providerId="AD" clId="Web-{DD04DBE9-F842-83D4-E0A4-51DF670244ED}" dt="2025-09-29T15:46:06.085" v="148"/>
          <ac:spMkLst>
            <pc:docMk/>
            <pc:sldMk cId="2073556220" sldId="273"/>
            <ac:spMk id="3" creationId="{E319EF6C-7035-B405-345C-79B32FBEBD52}"/>
          </ac:spMkLst>
        </pc:spChg>
      </pc:sldChg>
      <pc:sldChg chg="addSp delSp modSp new">
        <pc:chgData name="Rodgers, Casey Jane" userId="S::caseyjr2@illinois.edu::3690f2f1-d68e-4fbd-92c9-dfae6bfef47a" providerId="AD" clId="Web-{DD04DBE9-F842-83D4-E0A4-51DF670244ED}" dt="2025-09-29T16:20:24.334" v="1022" actId="14100"/>
        <pc:sldMkLst>
          <pc:docMk/>
          <pc:sldMk cId="1818885546" sldId="274"/>
        </pc:sldMkLst>
        <pc:spChg chg="mod">
          <ac:chgData name="Rodgers, Casey Jane" userId="S::caseyjr2@illinois.edu::3690f2f1-d68e-4fbd-92c9-dfae6bfef47a" providerId="AD" clId="Web-{DD04DBE9-F842-83D4-E0A4-51DF670244ED}" dt="2025-09-29T15:46:15.804" v="150" actId="20577"/>
          <ac:spMkLst>
            <pc:docMk/>
            <pc:sldMk cId="1818885546" sldId="274"/>
            <ac:spMk id="2" creationId="{CE29DD66-313B-3093-DB50-B66BD6AD5760}"/>
          </ac:spMkLst>
        </pc:spChg>
        <pc:spChg chg="del">
          <ac:chgData name="Rodgers, Casey Jane" userId="S::caseyjr2@illinois.edu::3690f2f1-d68e-4fbd-92c9-dfae6bfef47a" providerId="AD" clId="Web-{DD04DBE9-F842-83D4-E0A4-51DF670244ED}" dt="2025-09-29T15:41:58.769" v="76"/>
          <ac:spMkLst>
            <pc:docMk/>
            <pc:sldMk cId="1818885546" sldId="274"/>
            <ac:spMk id="3" creationId="{8919ED1B-8B06-B75A-FB66-980E42747FA5}"/>
          </ac:spMkLst>
        </pc:spChg>
        <pc:spChg chg="add mod">
          <ac:chgData name="Rodgers, Casey Jane" userId="S::caseyjr2@illinois.edu::3690f2f1-d68e-4fbd-92c9-dfae6bfef47a" providerId="AD" clId="Web-{DD04DBE9-F842-83D4-E0A4-51DF670244ED}" dt="2025-09-29T16:20:00.067" v="1016" actId="20577"/>
          <ac:spMkLst>
            <pc:docMk/>
            <pc:sldMk cId="1818885546" sldId="274"/>
            <ac:spMk id="7" creationId="{FCD19888-E497-6DE8-3C23-94CC5CE2DA15}"/>
          </ac:spMkLst>
        </pc:spChg>
        <pc:spChg chg="add del">
          <ac:chgData name="Rodgers, Casey Jane" userId="S::caseyjr2@illinois.edu::3690f2f1-d68e-4fbd-92c9-dfae6bfef47a" providerId="AD" clId="Web-{DD04DBE9-F842-83D4-E0A4-51DF670244ED}" dt="2025-09-29T16:20:02.661" v="1018"/>
          <ac:spMkLst>
            <pc:docMk/>
            <pc:sldMk cId="1818885546" sldId="274"/>
            <ac:spMk id="9" creationId="{F917471E-3256-4348-3BE6-1A8CC33A95DB}"/>
          </ac:spMkLst>
        </pc:spChg>
        <pc:picChg chg="add del mod">
          <ac:chgData name="Rodgers, Casey Jane" userId="S::caseyjr2@illinois.edu::3690f2f1-d68e-4fbd-92c9-dfae6bfef47a" providerId="AD" clId="Web-{DD04DBE9-F842-83D4-E0A4-51DF670244ED}" dt="2025-09-29T15:42:46.114" v="88"/>
          <ac:picMkLst>
            <pc:docMk/>
            <pc:sldMk cId="1818885546" sldId="274"/>
            <ac:picMk id="4" creationId="{B588F641-5D9E-DD24-F353-C5420F758B6C}"/>
          </ac:picMkLst>
        </pc:picChg>
        <pc:picChg chg="add mod">
          <ac:chgData name="Rodgers, Casey Jane" userId="S::caseyjr2@illinois.edu::3690f2f1-d68e-4fbd-92c9-dfae6bfef47a" providerId="AD" clId="Web-{DD04DBE9-F842-83D4-E0A4-51DF670244ED}" dt="2025-09-29T16:20:24.334" v="1022" actId="14100"/>
          <ac:picMkLst>
            <pc:docMk/>
            <pc:sldMk cId="1818885546" sldId="274"/>
            <ac:picMk id="5" creationId="{C4741345-2779-8F4B-3E07-1FBDB2CDF0F5}"/>
          </ac:picMkLst>
        </pc:picChg>
        <pc:picChg chg="add mod">
          <ac:chgData name="Rodgers, Casey Jane" userId="S::caseyjr2@illinois.edu::3690f2f1-d68e-4fbd-92c9-dfae6bfef47a" providerId="AD" clId="Web-{DD04DBE9-F842-83D4-E0A4-51DF670244ED}" dt="2025-09-29T16:20:10.287" v="1020" actId="1076"/>
          <ac:picMkLst>
            <pc:docMk/>
            <pc:sldMk cId="1818885546" sldId="274"/>
            <ac:picMk id="11" creationId="{7FDE5F73-456A-C084-A1E2-07CD749BD58A}"/>
          </ac:picMkLst>
        </pc:picChg>
      </pc:sldChg>
      <pc:sldChg chg="addSp delSp modSp add replId">
        <pc:chgData name="Rodgers, Casey Jane" userId="S::caseyjr2@illinois.edu::3690f2f1-d68e-4fbd-92c9-dfae6bfef47a" providerId="AD" clId="Web-{DD04DBE9-F842-83D4-E0A4-51DF670244ED}" dt="2025-09-29T15:47:15.945" v="170" actId="20577"/>
        <pc:sldMkLst>
          <pc:docMk/>
          <pc:sldMk cId="1268708935" sldId="275"/>
        </pc:sldMkLst>
        <pc:spChg chg="mod">
          <ac:chgData name="Rodgers, Casey Jane" userId="S::caseyjr2@illinois.edu::3690f2f1-d68e-4fbd-92c9-dfae6bfef47a" providerId="AD" clId="Web-{DD04DBE9-F842-83D4-E0A4-51DF670244ED}" dt="2025-09-29T15:46:20.866" v="151" actId="20577"/>
          <ac:spMkLst>
            <pc:docMk/>
            <pc:sldMk cId="1268708935" sldId="275"/>
            <ac:spMk id="2" creationId="{58BD06E6-6A88-BA40-DCFC-F1C70E102DB4}"/>
          </ac:spMkLst>
        </pc:spChg>
        <pc:spChg chg="add del">
          <ac:chgData name="Rodgers, Casey Jane" userId="S::caseyjr2@illinois.edu::3690f2f1-d68e-4fbd-92c9-dfae6bfef47a" providerId="AD" clId="Web-{DD04DBE9-F842-83D4-E0A4-51DF670244ED}" dt="2025-09-29T15:45:21.912" v="144"/>
          <ac:spMkLst>
            <pc:docMk/>
            <pc:sldMk cId="1268708935" sldId="275"/>
            <ac:spMk id="7" creationId="{0CCF7E50-20CE-6FF9-5386-2DFE8A92A36C}"/>
          </ac:spMkLst>
        </pc:spChg>
        <pc:spChg chg="add del mod">
          <ac:chgData name="Rodgers, Casey Jane" userId="S::caseyjr2@illinois.edu::3690f2f1-d68e-4fbd-92c9-dfae6bfef47a" providerId="AD" clId="Web-{DD04DBE9-F842-83D4-E0A4-51DF670244ED}" dt="2025-09-29T15:46:37.179" v="159"/>
          <ac:spMkLst>
            <pc:docMk/>
            <pc:sldMk cId="1268708935" sldId="275"/>
            <ac:spMk id="9" creationId="{F0733DDF-D0D6-54C1-E645-5843A9DD985A}"/>
          </ac:spMkLst>
        </pc:spChg>
        <pc:spChg chg="add del mod">
          <ac:chgData name="Rodgers, Casey Jane" userId="S::caseyjr2@illinois.edu::3690f2f1-d68e-4fbd-92c9-dfae6bfef47a" providerId="AD" clId="Web-{DD04DBE9-F842-83D4-E0A4-51DF670244ED}" dt="2025-09-29T15:46:44.976" v="160"/>
          <ac:spMkLst>
            <pc:docMk/>
            <pc:sldMk cId="1268708935" sldId="275"/>
            <ac:spMk id="11" creationId="{98C3442F-34D0-D29C-2A6D-2FE38732E0CD}"/>
          </ac:spMkLst>
        </pc:spChg>
        <pc:spChg chg="add mod">
          <ac:chgData name="Rodgers, Casey Jane" userId="S::caseyjr2@illinois.edu::3690f2f1-d68e-4fbd-92c9-dfae6bfef47a" providerId="AD" clId="Web-{DD04DBE9-F842-83D4-E0A4-51DF670244ED}" dt="2025-09-29T15:47:15.945" v="170" actId="20577"/>
          <ac:spMkLst>
            <pc:docMk/>
            <pc:sldMk cId="1268708935" sldId="275"/>
            <ac:spMk id="12" creationId="{1960C70F-F0EB-C532-3922-9D6488DD4752}"/>
          </ac:spMkLst>
        </pc:spChg>
        <pc:picChg chg="add mod">
          <ac:chgData name="Rodgers, Casey Jane" userId="S::caseyjr2@illinois.edu::3690f2f1-d68e-4fbd-92c9-dfae6bfef47a" providerId="AD" clId="Web-{DD04DBE9-F842-83D4-E0A4-51DF670244ED}" dt="2025-09-29T15:45:10.397" v="142" actId="1076"/>
          <ac:picMkLst>
            <pc:docMk/>
            <pc:sldMk cId="1268708935" sldId="275"/>
            <ac:picMk id="3" creationId="{692C2F79-8990-C7E0-200E-50AA405E8D2A}"/>
          </ac:picMkLst>
        </pc:picChg>
        <pc:picChg chg="del">
          <ac:chgData name="Rodgers, Casey Jane" userId="S::caseyjr2@illinois.edu::3690f2f1-d68e-4fbd-92c9-dfae6bfef47a" providerId="AD" clId="Web-{DD04DBE9-F842-83D4-E0A4-51DF670244ED}" dt="2025-09-29T15:44:00.443" v="127"/>
          <ac:picMkLst>
            <pc:docMk/>
            <pc:sldMk cId="1268708935" sldId="275"/>
            <ac:picMk id="5" creationId="{FF59AF41-63F9-B4AD-D7E0-F6507CCA1EE4}"/>
          </ac:picMkLst>
        </pc:picChg>
        <pc:picChg chg="add mod">
          <ac:chgData name="Rodgers, Casey Jane" userId="S::caseyjr2@illinois.edu::3690f2f1-d68e-4fbd-92c9-dfae6bfef47a" providerId="AD" clId="Web-{DD04DBE9-F842-83D4-E0A4-51DF670244ED}" dt="2025-09-29T15:46:49.632" v="161" actId="1076"/>
          <ac:picMkLst>
            <pc:docMk/>
            <pc:sldMk cId="1268708935" sldId="275"/>
            <ac:picMk id="6" creationId="{29867B7D-5549-37DD-246A-32049561DFF5}"/>
          </ac:picMkLst>
        </pc:picChg>
      </pc:sldChg>
      <pc:sldChg chg="addSp delSp modSp add replId">
        <pc:chgData name="Rodgers, Casey Jane" userId="S::caseyjr2@illinois.edu::3690f2f1-d68e-4fbd-92c9-dfae6bfef47a" providerId="AD" clId="Web-{DD04DBE9-F842-83D4-E0A4-51DF670244ED}" dt="2025-09-29T15:52:06.369" v="230" actId="1076"/>
        <pc:sldMkLst>
          <pc:docMk/>
          <pc:sldMk cId="1734400108" sldId="276"/>
        </pc:sldMkLst>
        <pc:spChg chg="mod">
          <ac:chgData name="Rodgers, Casey Jane" userId="S::caseyjr2@illinois.edu::3690f2f1-d68e-4fbd-92c9-dfae6bfef47a" providerId="AD" clId="Web-{DD04DBE9-F842-83D4-E0A4-51DF670244ED}" dt="2025-09-29T15:47:57.179" v="180" actId="20577"/>
          <ac:spMkLst>
            <pc:docMk/>
            <pc:sldMk cId="1734400108" sldId="276"/>
            <ac:spMk id="2" creationId="{63891088-6BDD-33EF-A6C6-3E09FD7CB116}"/>
          </ac:spMkLst>
        </pc:spChg>
        <pc:spChg chg="add mod">
          <ac:chgData name="Rodgers, Casey Jane" userId="S::caseyjr2@illinois.edu::3690f2f1-d68e-4fbd-92c9-dfae6bfef47a" providerId="AD" clId="Web-{DD04DBE9-F842-83D4-E0A4-51DF670244ED}" dt="2025-09-29T15:49:36.571" v="190" actId="20577"/>
          <ac:spMkLst>
            <pc:docMk/>
            <pc:sldMk cId="1734400108" sldId="276"/>
            <ac:spMk id="5" creationId="{44D4DC97-DD6C-3523-5D1B-9AB06EE147FA}"/>
          </ac:spMkLst>
        </pc:spChg>
        <pc:spChg chg="add mod">
          <ac:chgData name="Rodgers, Casey Jane" userId="S::caseyjr2@illinois.edu::3690f2f1-d68e-4fbd-92c9-dfae6bfef47a" providerId="AD" clId="Web-{DD04DBE9-F842-83D4-E0A4-51DF670244ED}" dt="2025-09-29T15:51:15.478" v="224" actId="1076"/>
          <ac:spMkLst>
            <pc:docMk/>
            <pc:sldMk cId="1734400108" sldId="276"/>
            <ac:spMk id="8" creationId="{94230482-7384-75E2-150D-54F8A8BDFA89}"/>
          </ac:spMkLst>
        </pc:spChg>
        <pc:spChg chg="mod">
          <ac:chgData name="Rodgers, Casey Jane" userId="S::caseyjr2@illinois.edu::3690f2f1-d68e-4fbd-92c9-dfae6bfef47a" providerId="AD" clId="Web-{DD04DBE9-F842-83D4-E0A4-51DF670244ED}" dt="2025-09-29T15:48:13.664" v="182" actId="20577"/>
          <ac:spMkLst>
            <pc:docMk/>
            <pc:sldMk cId="1734400108" sldId="276"/>
            <ac:spMk id="12" creationId="{1FEC0AC4-8C86-92FC-4436-C55BD0FC8942}"/>
          </ac:spMkLst>
        </pc:spChg>
        <pc:picChg chg="del">
          <ac:chgData name="Rodgers, Casey Jane" userId="S::caseyjr2@illinois.edu::3690f2f1-d68e-4fbd-92c9-dfae6bfef47a" providerId="AD" clId="Web-{DD04DBE9-F842-83D4-E0A4-51DF670244ED}" dt="2025-09-29T15:48:15.398" v="183"/>
          <ac:picMkLst>
            <pc:docMk/>
            <pc:sldMk cId="1734400108" sldId="276"/>
            <ac:picMk id="3" creationId="{6ECF2D43-1E0F-BC00-2C75-5DEF2B1DA28E}"/>
          </ac:picMkLst>
        </pc:picChg>
        <pc:picChg chg="add del">
          <ac:chgData name="Rodgers, Casey Jane" userId="S::caseyjr2@illinois.edu::3690f2f1-d68e-4fbd-92c9-dfae6bfef47a" providerId="AD" clId="Web-{DD04DBE9-F842-83D4-E0A4-51DF670244ED}" dt="2025-09-29T15:50:06.509" v="198"/>
          <ac:picMkLst>
            <pc:docMk/>
            <pc:sldMk cId="1734400108" sldId="276"/>
            <ac:picMk id="6" creationId="{AB58DF77-5EBF-8073-8A2F-FED2AAE24339}"/>
          </ac:picMkLst>
        </pc:picChg>
        <pc:picChg chg="add mod">
          <ac:chgData name="Rodgers, Casey Jane" userId="S::caseyjr2@illinois.edu::3690f2f1-d68e-4fbd-92c9-dfae6bfef47a" providerId="AD" clId="Web-{DD04DBE9-F842-83D4-E0A4-51DF670244ED}" dt="2025-09-29T15:50:09.087" v="199" actId="1076"/>
          <ac:picMkLst>
            <pc:docMk/>
            <pc:sldMk cId="1734400108" sldId="276"/>
            <ac:picMk id="7" creationId="{C3048F10-C24F-FAC1-6001-E6D23A2C608E}"/>
          </ac:picMkLst>
        </pc:picChg>
        <pc:picChg chg="add mod">
          <ac:chgData name="Rodgers, Casey Jane" userId="S::caseyjr2@illinois.edu::3690f2f1-d68e-4fbd-92c9-dfae6bfef47a" providerId="AD" clId="Web-{DD04DBE9-F842-83D4-E0A4-51DF670244ED}" dt="2025-09-29T15:52:06.369" v="230" actId="1076"/>
          <ac:picMkLst>
            <pc:docMk/>
            <pc:sldMk cId="1734400108" sldId="276"/>
            <ac:picMk id="9" creationId="{6897F819-27E4-EAA3-66BD-4724266E15B4}"/>
          </ac:picMkLst>
        </pc:picChg>
      </pc:sldChg>
      <pc:sldChg chg="new del">
        <pc:chgData name="Rodgers, Casey Jane" userId="S::caseyjr2@illinois.edu::3690f2f1-d68e-4fbd-92c9-dfae6bfef47a" providerId="AD" clId="Web-{DD04DBE9-F842-83D4-E0A4-51DF670244ED}" dt="2025-09-29T15:47:30.835" v="172"/>
        <pc:sldMkLst>
          <pc:docMk/>
          <pc:sldMk cId="2967674142" sldId="276"/>
        </pc:sldMkLst>
      </pc:sldChg>
      <pc:sldChg chg="addSp delSp modSp add replId">
        <pc:chgData name="Rodgers, Casey Jane" userId="S::caseyjr2@illinois.edu::3690f2f1-d68e-4fbd-92c9-dfae6bfef47a" providerId="AD" clId="Web-{DD04DBE9-F842-83D4-E0A4-51DF670244ED}" dt="2025-09-29T15:54:06.963" v="254" actId="20577"/>
        <pc:sldMkLst>
          <pc:docMk/>
          <pc:sldMk cId="1791646575" sldId="277"/>
        </pc:sldMkLst>
        <pc:spChg chg="mod">
          <ac:chgData name="Rodgers, Casey Jane" userId="S::caseyjr2@illinois.edu::3690f2f1-d68e-4fbd-92c9-dfae6bfef47a" providerId="AD" clId="Web-{DD04DBE9-F842-83D4-E0A4-51DF670244ED}" dt="2025-09-29T15:53:14.354" v="239" actId="20577"/>
          <ac:spMkLst>
            <pc:docMk/>
            <pc:sldMk cId="1791646575" sldId="277"/>
            <ac:spMk id="2" creationId="{20A95395-372A-2152-6DCD-DC4634DC7497}"/>
          </ac:spMkLst>
        </pc:spChg>
        <pc:spChg chg="del">
          <ac:chgData name="Rodgers, Casey Jane" userId="S::caseyjr2@illinois.edu::3690f2f1-d68e-4fbd-92c9-dfae6bfef47a" providerId="AD" clId="Web-{DD04DBE9-F842-83D4-E0A4-51DF670244ED}" dt="2025-09-29T15:53:32.057" v="243"/>
          <ac:spMkLst>
            <pc:docMk/>
            <pc:sldMk cId="1791646575" sldId="277"/>
            <ac:spMk id="8" creationId="{C5CF2635-5EA4-9B3A-CEE5-D4D79A16C572}"/>
          </ac:spMkLst>
        </pc:spChg>
        <pc:spChg chg="mod">
          <ac:chgData name="Rodgers, Casey Jane" userId="S::caseyjr2@illinois.edu::3690f2f1-d68e-4fbd-92c9-dfae6bfef47a" providerId="AD" clId="Web-{DD04DBE9-F842-83D4-E0A4-51DF670244ED}" dt="2025-09-29T15:54:06.963" v="254" actId="20577"/>
          <ac:spMkLst>
            <pc:docMk/>
            <pc:sldMk cId="1791646575" sldId="277"/>
            <ac:spMk id="12" creationId="{D4E1C2B1-1FC4-E6CC-F15B-A0104D6C87CE}"/>
          </ac:spMkLst>
        </pc:spChg>
        <pc:picChg chg="add">
          <ac:chgData name="Rodgers, Casey Jane" userId="S::caseyjr2@illinois.edu::3690f2f1-d68e-4fbd-92c9-dfae6bfef47a" providerId="AD" clId="Web-{DD04DBE9-F842-83D4-E0A4-51DF670244ED}" dt="2025-09-29T15:53:20.416" v="241"/>
          <ac:picMkLst>
            <pc:docMk/>
            <pc:sldMk cId="1791646575" sldId="277"/>
            <ac:picMk id="4" creationId="{5EF0DA1E-6587-C546-64A2-19C05DA70200}"/>
          </ac:picMkLst>
        </pc:picChg>
        <pc:picChg chg="add mod">
          <ac:chgData name="Rodgers, Casey Jane" userId="S::caseyjr2@illinois.edu::3690f2f1-d68e-4fbd-92c9-dfae6bfef47a" providerId="AD" clId="Web-{DD04DBE9-F842-83D4-E0A4-51DF670244ED}" dt="2025-09-29T15:54:00.932" v="252" actId="1076"/>
          <ac:picMkLst>
            <pc:docMk/>
            <pc:sldMk cId="1791646575" sldId="277"/>
            <ac:picMk id="6" creationId="{DBAE0DE8-87CC-E316-529D-D41918F85D14}"/>
          </ac:picMkLst>
        </pc:picChg>
        <pc:picChg chg="del">
          <ac:chgData name="Rodgers, Casey Jane" userId="S::caseyjr2@illinois.edu::3690f2f1-d68e-4fbd-92c9-dfae6bfef47a" providerId="AD" clId="Web-{DD04DBE9-F842-83D4-E0A4-51DF670244ED}" dt="2025-09-29T15:53:17.854" v="240"/>
          <ac:picMkLst>
            <pc:docMk/>
            <pc:sldMk cId="1791646575" sldId="277"/>
            <ac:picMk id="7" creationId="{17D72C50-2984-94D4-5D02-B4F7E11B3B60}"/>
          </ac:picMkLst>
        </pc:picChg>
        <pc:picChg chg="del">
          <ac:chgData name="Rodgers, Casey Jane" userId="S::caseyjr2@illinois.edu::3690f2f1-d68e-4fbd-92c9-dfae6bfef47a" providerId="AD" clId="Web-{DD04DBE9-F842-83D4-E0A4-51DF670244ED}" dt="2025-09-29T15:53:29.151" v="242"/>
          <ac:picMkLst>
            <pc:docMk/>
            <pc:sldMk cId="1791646575" sldId="277"/>
            <ac:picMk id="9" creationId="{C58E9D9C-35FC-CC8E-F206-F395E6C13F58}"/>
          </ac:picMkLst>
        </pc:picChg>
      </pc:sldChg>
      <pc:sldChg chg="addSp delSp modSp add replId">
        <pc:chgData name="Rodgers, Casey Jane" userId="S::caseyjr2@illinois.edu::3690f2f1-d68e-4fbd-92c9-dfae6bfef47a" providerId="AD" clId="Web-{DD04DBE9-F842-83D4-E0A4-51DF670244ED}" dt="2025-09-29T15:56:21.217" v="276" actId="1076"/>
        <pc:sldMkLst>
          <pc:docMk/>
          <pc:sldMk cId="1073127386" sldId="278"/>
        </pc:sldMkLst>
        <pc:spChg chg="mod">
          <ac:chgData name="Rodgers, Casey Jane" userId="S::caseyjr2@illinois.edu::3690f2f1-d68e-4fbd-92c9-dfae6bfef47a" providerId="AD" clId="Web-{DD04DBE9-F842-83D4-E0A4-51DF670244ED}" dt="2025-09-29T15:55:19.786" v="261" actId="20577"/>
          <ac:spMkLst>
            <pc:docMk/>
            <pc:sldMk cId="1073127386" sldId="278"/>
            <ac:spMk id="2" creationId="{80740099-F55D-C78E-66CF-9F9C369308FD}"/>
          </ac:spMkLst>
        </pc:spChg>
        <pc:spChg chg="del">
          <ac:chgData name="Rodgers, Casey Jane" userId="S::caseyjr2@illinois.edu::3690f2f1-d68e-4fbd-92c9-dfae6bfef47a" providerId="AD" clId="Web-{DD04DBE9-F842-83D4-E0A4-51DF670244ED}" dt="2025-09-29T15:55:35.382" v="265"/>
          <ac:spMkLst>
            <pc:docMk/>
            <pc:sldMk cId="1073127386" sldId="278"/>
            <ac:spMk id="5" creationId="{38EEEC16-2A6F-65C5-F92E-A6D515BE3E8F}"/>
          </ac:spMkLst>
        </pc:spChg>
        <pc:spChg chg="add del mod">
          <ac:chgData name="Rodgers, Casey Jane" userId="S::caseyjr2@illinois.edu::3690f2f1-d68e-4fbd-92c9-dfae6bfef47a" providerId="AD" clId="Web-{DD04DBE9-F842-83D4-E0A4-51DF670244ED}" dt="2025-09-29T15:55:38.461" v="266"/>
          <ac:spMkLst>
            <pc:docMk/>
            <pc:sldMk cId="1073127386" sldId="278"/>
            <ac:spMk id="7" creationId="{2455C76A-72A7-9683-9B17-B14CE71E95DC}"/>
          </ac:spMkLst>
        </pc:spChg>
        <pc:spChg chg="mod">
          <ac:chgData name="Rodgers, Casey Jane" userId="S::caseyjr2@illinois.edu::3690f2f1-d68e-4fbd-92c9-dfae6bfef47a" providerId="AD" clId="Web-{DD04DBE9-F842-83D4-E0A4-51DF670244ED}" dt="2025-09-29T15:55:47.603" v="271" actId="20577"/>
          <ac:spMkLst>
            <pc:docMk/>
            <pc:sldMk cId="1073127386" sldId="278"/>
            <ac:spMk id="12" creationId="{755C7AC1-A5EF-4C63-2956-364BC3061D70}"/>
          </ac:spMkLst>
        </pc:spChg>
        <pc:picChg chg="del">
          <ac:chgData name="Rodgers, Casey Jane" userId="S::caseyjr2@illinois.edu::3690f2f1-d68e-4fbd-92c9-dfae6bfef47a" providerId="AD" clId="Web-{DD04DBE9-F842-83D4-E0A4-51DF670244ED}" dt="2025-09-29T15:55:28.678" v="264"/>
          <ac:picMkLst>
            <pc:docMk/>
            <pc:sldMk cId="1073127386" sldId="278"/>
            <ac:picMk id="4" creationId="{BAA7069B-DF49-DF53-F533-5ED34AAC2555}"/>
          </ac:picMkLst>
        </pc:picChg>
        <pc:picChg chg="add del mod">
          <ac:chgData name="Rodgers, Casey Jane" userId="S::caseyjr2@illinois.edu::3690f2f1-d68e-4fbd-92c9-dfae6bfef47a" providerId="AD" clId="Web-{DD04DBE9-F842-83D4-E0A4-51DF670244ED}" dt="2025-09-29T15:55:41.086" v="267" actId="1076"/>
          <ac:picMkLst>
            <pc:docMk/>
            <pc:sldMk cId="1073127386" sldId="278"/>
            <ac:picMk id="6" creationId="{3B61B698-17E9-EBF1-A98A-2367DBF5B52C}"/>
          </ac:picMkLst>
        </pc:picChg>
        <pc:picChg chg="add mod">
          <ac:chgData name="Rodgers, Casey Jane" userId="S::caseyjr2@illinois.edu::3690f2f1-d68e-4fbd-92c9-dfae6bfef47a" providerId="AD" clId="Web-{DD04DBE9-F842-83D4-E0A4-51DF670244ED}" dt="2025-09-29T15:56:21.217" v="276" actId="1076"/>
          <ac:picMkLst>
            <pc:docMk/>
            <pc:sldMk cId="1073127386" sldId="278"/>
            <ac:picMk id="8" creationId="{206982FA-67BC-C186-35CB-719DA61FA717}"/>
          </ac:picMkLst>
        </pc:picChg>
      </pc:sldChg>
      <pc:sldChg chg="addSp delSp modSp add replId">
        <pc:chgData name="Rodgers, Casey Jane" userId="S::caseyjr2@illinois.edu::3690f2f1-d68e-4fbd-92c9-dfae6bfef47a" providerId="AD" clId="Web-{DD04DBE9-F842-83D4-E0A4-51DF670244ED}" dt="2025-09-29T16:00:55.473" v="386" actId="1076"/>
        <pc:sldMkLst>
          <pc:docMk/>
          <pc:sldMk cId="2583962907" sldId="279"/>
        </pc:sldMkLst>
        <pc:spChg chg="mod">
          <ac:chgData name="Rodgers, Casey Jane" userId="S::caseyjr2@illinois.edu::3690f2f1-d68e-4fbd-92c9-dfae6bfef47a" providerId="AD" clId="Web-{DD04DBE9-F842-83D4-E0A4-51DF670244ED}" dt="2025-09-29T15:56:43.501" v="297" actId="14100"/>
          <ac:spMkLst>
            <pc:docMk/>
            <pc:sldMk cId="2583962907" sldId="279"/>
            <ac:spMk id="2" creationId="{5EAD9377-FE7D-7B1B-88D1-BADB11CDA555}"/>
          </ac:spMkLst>
        </pc:spChg>
        <pc:spChg chg="add mod">
          <ac:chgData name="Rodgers, Casey Jane" userId="S::caseyjr2@illinois.edu::3690f2f1-d68e-4fbd-92c9-dfae6bfef47a" providerId="AD" clId="Web-{DD04DBE9-F842-83D4-E0A4-51DF670244ED}" dt="2025-09-29T16:00:35.176" v="379" actId="1076"/>
          <ac:spMkLst>
            <pc:docMk/>
            <pc:sldMk cId="2583962907" sldId="279"/>
            <ac:spMk id="4" creationId="{54F092CB-E249-43FA-4426-862BBDB3CC22}"/>
          </ac:spMkLst>
        </pc:spChg>
        <pc:spChg chg="mod">
          <ac:chgData name="Rodgers, Casey Jane" userId="S::caseyjr2@illinois.edu::3690f2f1-d68e-4fbd-92c9-dfae6bfef47a" providerId="AD" clId="Web-{DD04DBE9-F842-83D4-E0A4-51DF670244ED}" dt="2025-09-29T16:00:36.848" v="380" actId="1076"/>
          <ac:spMkLst>
            <pc:docMk/>
            <pc:sldMk cId="2583962907" sldId="279"/>
            <ac:spMk id="12" creationId="{31E6ECE3-144E-A264-04B6-AB600A32534E}"/>
          </ac:spMkLst>
        </pc:spChg>
        <pc:picChg chg="add mod">
          <ac:chgData name="Rodgers, Casey Jane" userId="S::caseyjr2@illinois.edu::3690f2f1-d68e-4fbd-92c9-dfae6bfef47a" providerId="AD" clId="Web-{DD04DBE9-F842-83D4-E0A4-51DF670244ED}" dt="2025-09-29T16:00:38.910" v="381" actId="1076"/>
          <ac:picMkLst>
            <pc:docMk/>
            <pc:sldMk cId="2583962907" sldId="279"/>
            <ac:picMk id="5" creationId="{A33C5276-E1F0-E52B-54AE-AEBAE60C1879}"/>
          </ac:picMkLst>
        </pc:picChg>
        <pc:picChg chg="del">
          <ac:chgData name="Rodgers, Casey Jane" userId="S::caseyjr2@illinois.edu::3690f2f1-d68e-4fbd-92c9-dfae6bfef47a" providerId="AD" clId="Web-{DD04DBE9-F842-83D4-E0A4-51DF670244ED}" dt="2025-09-29T15:56:47.267" v="298"/>
          <ac:picMkLst>
            <pc:docMk/>
            <pc:sldMk cId="2583962907" sldId="279"/>
            <ac:picMk id="6" creationId="{D457316D-B8DE-62BD-3BBE-91085074CE0A}"/>
          </ac:picMkLst>
        </pc:picChg>
        <pc:picChg chg="add mod">
          <ac:chgData name="Rodgers, Casey Jane" userId="S::caseyjr2@illinois.edu::3690f2f1-d68e-4fbd-92c9-dfae6bfef47a" providerId="AD" clId="Web-{DD04DBE9-F842-83D4-E0A4-51DF670244ED}" dt="2025-09-29T16:00:55.473" v="386" actId="1076"/>
          <ac:picMkLst>
            <pc:docMk/>
            <pc:sldMk cId="2583962907" sldId="279"/>
            <ac:picMk id="7" creationId="{5A7112DB-A378-2B8D-DF71-0B8CFC0EFA50}"/>
          </ac:picMkLst>
        </pc:picChg>
        <pc:picChg chg="del">
          <ac:chgData name="Rodgers, Casey Jane" userId="S::caseyjr2@illinois.edu::3690f2f1-d68e-4fbd-92c9-dfae6bfef47a" providerId="AD" clId="Web-{DD04DBE9-F842-83D4-E0A4-51DF670244ED}" dt="2025-09-29T16:00:39.926" v="382"/>
          <ac:picMkLst>
            <pc:docMk/>
            <pc:sldMk cId="2583962907" sldId="279"/>
            <ac:picMk id="8" creationId="{6C1F241B-EB24-41DE-7DF1-12DDD13B009F}"/>
          </ac:picMkLst>
        </pc:picChg>
      </pc:sldChg>
      <pc:sldChg chg="addSp delSp modSp add replId addAnim modAnim">
        <pc:chgData name="Rodgers, Casey Jane" userId="S::caseyjr2@illinois.edu::3690f2f1-d68e-4fbd-92c9-dfae6bfef47a" providerId="AD" clId="Web-{DD04DBE9-F842-83D4-E0A4-51DF670244ED}" dt="2025-09-29T16:04:52.076" v="419"/>
        <pc:sldMkLst>
          <pc:docMk/>
          <pc:sldMk cId="1309444218" sldId="280"/>
        </pc:sldMkLst>
        <pc:spChg chg="mod">
          <ac:chgData name="Rodgers, Casey Jane" userId="S::caseyjr2@illinois.edu::3690f2f1-d68e-4fbd-92c9-dfae6bfef47a" providerId="AD" clId="Web-{DD04DBE9-F842-83D4-E0A4-51DF670244ED}" dt="2025-09-29T16:01:27.772" v="405" actId="20577"/>
          <ac:spMkLst>
            <pc:docMk/>
            <pc:sldMk cId="1309444218" sldId="280"/>
            <ac:spMk id="2" creationId="{582D452F-3C56-3412-96A6-7AFEA8A348FC}"/>
          </ac:spMkLst>
        </pc:spChg>
        <pc:spChg chg="del mod">
          <ac:chgData name="Rodgers, Casey Jane" userId="S::caseyjr2@illinois.edu::3690f2f1-d68e-4fbd-92c9-dfae6bfef47a" providerId="AD" clId="Web-{DD04DBE9-F842-83D4-E0A4-51DF670244ED}" dt="2025-09-29T16:01:23.131" v="397"/>
          <ac:spMkLst>
            <pc:docMk/>
            <pc:sldMk cId="1309444218" sldId="280"/>
            <ac:spMk id="4" creationId="{BF8D81C0-7DF0-A2A6-7853-C892B508BC51}"/>
          </ac:spMkLst>
        </pc:spChg>
        <pc:spChg chg="del">
          <ac:chgData name="Rodgers, Casey Jane" userId="S::caseyjr2@illinois.edu::3690f2f1-d68e-4fbd-92c9-dfae6bfef47a" providerId="AD" clId="Web-{DD04DBE9-F842-83D4-E0A4-51DF670244ED}" dt="2025-09-29T16:01:24.287" v="398"/>
          <ac:spMkLst>
            <pc:docMk/>
            <pc:sldMk cId="1309444218" sldId="280"/>
            <ac:spMk id="12" creationId="{E326B87D-8E10-3102-4FBC-415161A16B0A}"/>
          </ac:spMkLst>
        </pc:spChg>
        <pc:picChg chg="add mod">
          <ac:chgData name="Rodgers, Casey Jane" userId="S::caseyjr2@illinois.edu::3690f2f1-d68e-4fbd-92c9-dfae6bfef47a" providerId="AD" clId="Web-{DD04DBE9-F842-83D4-E0A4-51DF670244ED}" dt="2025-09-29T16:01:55.273" v="411" actId="14100"/>
          <ac:picMkLst>
            <pc:docMk/>
            <pc:sldMk cId="1309444218" sldId="280"/>
            <ac:picMk id="3" creationId="{39349BEB-5912-2FC4-6A25-CCB21F434033}"/>
          </ac:picMkLst>
        </pc:picChg>
        <pc:picChg chg="del">
          <ac:chgData name="Rodgers, Casey Jane" userId="S::caseyjr2@illinois.edu::3690f2f1-d68e-4fbd-92c9-dfae6bfef47a" providerId="AD" clId="Web-{DD04DBE9-F842-83D4-E0A4-51DF670244ED}" dt="2025-09-29T16:01:26.022" v="399"/>
          <ac:picMkLst>
            <pc:docMk/>
            <pc:sldMk cId="1309444218" sldId="280"/>
            <ac:picMk id="5" creationId="{84591B3B-69CC-A139-B040-B67C695D2B16}"/>
          </ac:picMkLst>
        </pc:picChg>
        <pc:picChg chg="add mod">
          <ac:chgData name="Rodgers, Casey Jane" userId="S::caseyjr2@illinois.edu::3690f2f1-d68e-4fbd-92c9-dfae6bfef47a" providerId="AD" clId="Web-{DD04DBE9-F842-83D4-E0A4-51DF670244ED}" dt="2025-09-29T16:02:30.821" v="416" actId="1076"/>
          <ac:picMkLst>
            <pc:docMk/>
            <pc:sldMk cId="1309444218" sldId="280"/>
            <ac:picMk id="6" creationId="{FA84FFBC-CFF6-36B8-14E8-535B44E866E2}"/>
          </ac:picMkLst>
        </pc:picChg>
        <pc:picChg chg="del">
          <ac:chgData name="Rodgers, Casey Jane" userId="S::caseyjr2@illinois.edu::3690f2f1-d68e-4fbd-92c9-dfae6bfef47a" providerId="AD" clId="Web-{DD04DBE9-F842-83D4-E0A4-51DF670244ED}" dt="2025-09-29T16:01:29.522" v="406"/>
          <ac:picMkLst>
            <pc:docMk/>
            <pc:sldMk cId="1309444218" sldId="280"/>
            <ac:picMk id="7" creationId="{40AE1496-503C-9008-9EB9-49B5F0726A69}"/>
          </ac:picMkLst>
        </pc:picChg>
      </pc:sldChg>
      <pc:sldChg chg="modSp add replId">
        <pc:chgData name="Rodgers, Casey Jane" userId="S::caseyjr2@illinois.edu::3690f2f1-d68e-4fbd-92c9-dfae6bfef47a" providerId="AD" clId="Web-{DD04DBE9-F842-83D4-E0A4-51DF670244ED}" dt="2025-09-29T16:13:18.469" v="688" actId="20577"/>
        <pc:sldMkLst>
          <pc:docMk/>
          <pc:sldMk cId="2955296677" sldId="281"/>
        </pc:sldMkLst>
        <pc:spChg chg="mod">
          <ac:chgData name="Rodgers, Casey Jane" userId="S::caseyjr2@illinois.edu::3690f2f1-d68e-4fbd-92c9-dfae6bfef47a" providerId="AD" clId="Web-{DD04DBE9-F842-83D4-E0A4-51DF670244ED}" dt="2025-09-29T16:09:18.940" v="429" actId="20577"/>
          <ac:spMkLst>
            <pc:docMk/>
            <pc:sldMk cId="2955296677" sldId="281"/>
            <ac:spMk id="2" creationId="{CF8A040F-0284-6892-ABFE-5BDC1CBA0389}"/>
          </ac:spMkLst>
        </pc:spChg>
        <pc:spChg chg="mod">
          <ac:chgData name="Rodgers, Casey Jane" userId="S::caseyjr2@illinois.edu::3690f2f1-d68e-4fbd-92c9-dfae6bfef47a" providerId="AD" clId="Web-{DD04DBE9-F842-83D4-E0A4-51DF670244ED}" dt="2025-09-29T16:13:18.469" v="688" actId="20577"/>
          <ac:spMkLst>
            <pc:docMk/>
            <pc:sldMk cId="2955296677" sldId="281"/>
            <ac:spMk id="3" creationId="{6BC57180-4777-B99F-D5D9-6651E1F0D5D0}"/>
          </ac:spMkLst>
        </pc:spChg>
      </pc:sldChg>
      <pc:sldChg chg="modSp add replId">
        <pc:chgData name="Rodgers, Casey Jane" userId="S::caseyjr2@illinois.edu::3690f2f1-d68e-4fbd-92c9-dfae6bfef47a" providerId="AD" clId="Web-{DD04DBE9-F842-83D4-E0A4-51DF670244ED}" dt="2025-09-29T16:18:51.612" v="1010" actId="20577"/>
        <pc:sldMkLst>
          <pc:docMk/>
          <pc:sldMk cId="1109731795" sldId="282"/>
        </pc:sldMkLst>
        <pc:spChg chg="mod">
          <ac:chgData name="Rodgers, Casey Jane" userId="S::caseyjr2@illinois.edu::3690f2f1-d68e-4fbd-92c9-dfae6bfef47a" providerId="AD" clId="Web-{DD04DBE9-F842-83D4-E0A4-51DF670244ED}" dt="2025-09-29T16:14:38.694" v="695" actId="20577"/>
          <ac:spMkLst>
            <pc:docMk/>
            <pc:sldMk cId="1109731795" sldId="282"/>
            <ac:spMk id="2" creationId="{BF3AF81E-4B03-9B66-C76B-70DD8CA85FF9}"/>
          </ac:spMkLst>
        </pc:spChg>
        <pc:spChg chg="mod">
          <ac:chgData name="Rodgers, Casey Jane" userId="S::caseyjr2@illinois.edu::3690f2f1-d68e-4fbd-92c9-dfae6bfef47a" providerId="AD" clId="Web-{DD04DBE9-F842-83D4-E0A4-51DF670244ED}" dt="2025-09-29T16:18:51.612" v="1010" actId="20577"/>
          <ac:spMkLst>
            <pc:docMk/>
            <pc:sldMk cId="1109731795" sldId="282"/>
            <ac:spMk id="3" creationId="{388D7D9D-07C2-2510-89CA-0351A69F7C21}"/>
          </ac:spMkLst>
        </pc:spChg>
      </pc:sldChg>
      <pc:sldChg chg="modSp add del replId">
        <pc:chgData name="Rodgers, Casey Jane" userId="S::caseyjr2@illinois.edu::3690f2f1-d68e-4fbd-92c9-dfae6bfef47a" providerId="AD" clId="Web-{DD04DBE9-F842-83D4-E0A4-51DF670244ED}" dt="2025-09-29T16:13:53.832" v="693"/>
        <pc:sldMkLst>
          <pc:docMk/>
          <pc:sldMk cId="1874030215" sldId="282"/>
        </pc:sldMkLst>
        <pc:spChg chg="mod">
          <ac:chgData name="Rodgers, Casey Jane" userId="S::caseyjr2@illinois.edu::3690f2f1-d68e-4fbd-92c9-dfae6bfef47a" providerId="AD" clId="Web-{DD04DBE9-F842-83D4-E0A4-51DF670244ED}" dt="2025-09-29T16:13:35.377" v="692" actId="20577"/>
          <ac:spMkLst>
            <pc:docMk/>
            <pc:sldMk cId="1874030215" sldId="282"/>
            <ac:spMk id="2" creationId="{A666ADDD-65F0-8DFA-16E1-F1FBA74B6831}"/>
          </ac:spMkLst>
        </pc:spChg>
      </pc:sldChg>
    </pc:docChg>
  </pc:docChgLst>
  <pc:docChgLst>
    <pc:chgData name="Liu, Yi-Ruei" userId="S::yrliu2@illinois.edu::ab60ee4c-5c36-4a93-89c4-1b598f5bacc5" providerId="AD" clId="Web-{B04E62B6-B37E-D9E2-FFB3-8B87C71A55B8}"/>
    <pc:docChg chg="addSld modSld">
      <pc:chgData name="Liu, Yi-Ruei" userId="S::yrliu2@illinois.edu::ab60ee4c-5c36-4a93-89c4-1b598f5bacc5" providerId="AD" clId="Web-{B04E62B6-B37E-D9E2-FFB3-8B87C71A55B8}" dt="2025-09-27T21:49:01.360" v="458" actId="20577"/>
      <pc:docMkLst>
        <pc:docMk/>
      </pc:docMkLst>
      <pc:sldChg chg="modSp">
        <pc:chgData name="Liu, Yi-Ruei" userId="S::yrliu2@illinois.edu::ab60ee4c-5c36-4a93-89c4-1b598f5bacc5" providerId="AD" clId="Web-{B04E62B6-B37E-D9E2-FFB3-8B87C71A55B8}" dt="2025-09-27T20:28:40.286" v="28" actId="20577"/>
        <pc:sldMkLst>
          <pc:docMk/>
          <pc:sldMk cId="2694802581" sldId="269"/>
        </pc:sldMkLst>
        <pc:spChg chg="mod">
          <ac:chgData name="Liu, Yi-Ruei" userId="S::yrliu2@illinois.edu::ab60ee4c-5c36-4a93-89c4-1b598f5bacc5" providerId="AD" clId="Web-{B04E62B6-B37E-D9E2-FFB3-8B87C71A55B8}" dt="2025-09-27T20:28:40.286" v="28" actId="20577"/>
          <ac:spMkLst>
            <pc:docMk/>
            <pc:sldMk cId="2694802581" sldId="269"/>
            <ac:spMk id="7" creationId="{23E96CC6-144D-8C6B-12DA-1529B3172340}"/>
          </ac:spMkLst>
        </pc:spChg>
      </pc:sldChg>
      <pc:sldChg chg="addSp modSp">
        <pc:chgData name="Liu, Yi-Ruei" userId="S::yrliu2@illinois.edu::ab60ee4c-5c36-4a93-89c4-1b598f5bacc5" providerId="AD" clId="Web-{B04E62B6-B37E-D9E2-FFB3-8B87C71A55B8}" dt="2025-09-27T20:30:43.663" v="38" actId="14100"/>
        <pc:sldMkLst>
          <pc:docMk/>
          <pc:sldMk cId="3341820521" sldId="270"/>
        </pc:sldMkLst>
        <pc:spChg chg="mod">
          <ac:chgData name="Liu, Yi-Ruei" userId="S::yrliu2@illinois.edu::ab60ee4c-5c36-4a93-89c4-1b598f5bacc5" providerId="AD" clId="Web-{B04E62B6-B37E-D9E2-FFB3-8B87C71A55B8}" dt="2025-09-27T20:26:58.284" v="17" actId="20577"/>
          <ac:spMkLst>
            <pc:docMk/>
            <pc:sldMk cId="3341820521" sldId="270"/>
            <ac:spMk id="7" creationId="{75AF36B3-BA2B-A746-ADC8-2C825D54B97D}"/>
          </ac:spMkLst>
        </pc:spChg>
        <pc:picChg chg="add mod">
          <ac:chgData name="Liu, Yi-Ruei" userId="S::yrliu2@illinois.edu::ab60ee4c-5c36-4a93-89c4-1b598f5bacc5" providerId="AD" clId="Web-{B04E62B6-B37E-D9E2-FFB3-8B87C71A55B8}" dt="2025-09-27T20:29:59.631" v="32" actId="1076"/>
          <ac:picMkLst>
            <pc:docMk/>
            <pc:sldMk cId="3341820521" sldId="270"/>
            <ac:picMk id="3" creationId="{F8FD0FDF-5DB6-0FB5-376F-C95B283F2630}"/>
          </ac:picMkLst>
        </pc:picChg>
        <pc:picChg chg="add mod">
          <ac:chgData name="Liu, Yi-Ruei" userId="S::yrliu2@illinois.edu::ab60ee4c-5c36-4a93-89c4-1b598f5bacc5" providerId="AD" clId="Web-{B04E62B6-B37E-D9E2-FFB3-8B87C71A55B8}" dt="2025-09-27T20:29:57.085" v="31" actId="1076"/>
          <ac:picMkLst>
            <pc:docMk/>
            <pc:sldMk cId="3341820521" sldId="270"/>
            <ac:picMk id="4" creationId="{1B89909A-8295-54AC-7126-CE40F63EF2A6}"/>
          </ac:picMkLst>
        </pc:picChg>
        <pc:cxnChg chg="add mod">
          <ac:chgData name="Liu, Yi-Ruei" userId="S::yrliu2@illinois.edu::ab60ee4c-5c36-4a93-89c4-1b598f5bacc5" providerId="AD" clId="Web-{B04E62B6-B37E-D9E2-FFB3-8B87C71A55B8}" dt="2025-09-27T20:30:43.663" v="38" actId="14100"/>
          <ac:cxnSpMkLst>
            <pc:docMk/>
            <pc:sldMk cId="3341820521" sldId="270"/>
            <ac:cxnSpMk id="5" creationId="{2E85CD0B-0A6A-0B30-45EC-898D3B4FDD99}"/>
          </ac:cxnSpMkLst>
        </pc:cxnChg>
      </pc:sldChg>
      <pc:sldChg chg="addSp delSp modSp add replId">
        <pc:chgData name="Liu, Yi-Ruei" userId="S::yrliu2@illinois.edu::ab60ee4c-5c36-4a93-89c4-1b598f5bacc5" providerId="AD" clId="Web-{B04E62B6-B37E-D9E2-FFB3-8B87C71A55B8}" dt="2025-09-27T21:17:07.658" v="187" actId="20577"/>
        <pc:sldMkLst>
          <pc:docMk/>
          <pc:sldMk cId="316770981" sldId="271"/>
        </pc:sldMkLst>
        <pc:spChg chg="mod">
          <ac:chgData name="Liu, Yi-Ruei" userId="S::yrliu2@illinois.edu::ab60ee4c-5c36-4a93-89c4-1b598f5bacc5" providerId="AD" clId="Web-{B04E62B6-B37E-D9E2-FFB3-8B87C71A55B8}" dt="2025-09-27T20:31:19.259" v="40" actId="20577"/>
          <ac:spMkLst>
            <pc:docMk/>
            <pc:sldMk cId="316770981" sldId="271"/>
            <ac:spMk id="2" creationId="{1740C0A3-1B63-B490-EE58-557A6487CACA}"/>
          </ac:spMkLst>
        </pc:spChg>
        <pc:spChg chg="mod">
          <ac:chgData name="Liu, Yi-Ruei" userId="S::yrliu2@illinois.edu::ab60ee4c-5c36-4a93-89c4-1b598f5bacc5" providerId="AD" clId="Web-{B04E62B6-B37E-D9E2-FFB3-8B87C71A55B8}" dt="2025-09-27T21:17:07.658" v="187" actId="20577"/>
          <ac:spMkLst>
            <pc:docMk/>
            <pc:sldMk cId="316770981" sldId="271"/>
            <ac:spMk id="7" creationId="{F58FF7C7-F4B7-0438-E012-BE322F747FD8}"/>
          </ac:spMkLst>
        </pc:spChg>
        <pc:picChg chg="add mod">
          <ac:chgData name="Liu, Yi-Ruei" userId="S::yrliu2@illinois.edu::ab60ee4c-5c36-4a93-89c4-1b598f5bacc5" providerId="AD" clId="Web-{B04E62B6-B37E-D9E2-FFB3-8B87C71A55B8}" dt="2025-09-27T20:43:40.328" v="111" actId="1076"/>
          <ac:picMkLst>
            <pc:docMk/>
            <pc:sldMk cId="316770981" sldId="271"/>
            <ac:picMk id="8" creationId="{5B32452A-B199-B820-9B65-5996BF69EEA4}"/>
          </ac:picMkLst>
        </pc:picChg>
      </pc:sldChg>
      <pc:sldChg chg="addSp delSp modSp add replId">
        <pc:chgData name="Liu, Yi-Ruei" userId="S::yrliu2@illinois.edu::ab60ee4c-5c36-4a93-89c4-1b598f5bacc5" providerId="AD" clId="Web-{B04E62B6-B37E-D9E2-FFB3-8B87C71A55B8}" dt="2025-09-27T21:49:01.360" v="458" actId="20577"/>
        <pc:sldMkLst>
          <pc:docMk/>
          <pc:sldMk cId="2110455398" sldId="272"/>
        </pc:sldMkLst>
        <pc:spChg chg="mod">
          <ac:chgData name="Liu, Yi-Ruei" userId="S::yrliu2@illinois.edu::ab60ee4c-5c36-4a93-89c4-1b598f5bacc5" providerId="AD" clId="Web-{B04E62B6-B37E-D9E2-FFB3-8B87C71A55B8}" dt="2025-09-27T21:49:01.360" v="458" actId="20577"/>
          <ac:spMkLst>
            <pc:docMk/>
            <pc:sldMk cId="2110455398" sldId="272"/>
            <ac:spMk id="7" creationId="{AA940326-FBE1-67BD-88CF-3531FF27914A}"/>
          </ac:spMkLst>
        </pc:spChg>
        <pc:spChg chg="add mod">
          <ac:chgData name="Liu, Yi-Ruei" userId="S::yrliu2@illinois.edu::ab60ee4c-5c36-4a93-89c4-1b598f5bacc5" providerId="AD" clId="Web-{B04E62B6-B37E-D9E2-FFB3-8B87C71A55B8}" dt="2025-09-27T21:48:21.608" v="428" actId="1076"/>
          <ac:spMkLst>
            <pc:docMk/>
            <pc:sldMk cId="2110455398" sldId="272"/>
            <ac:spMk id="11" creationId="{05574AE0-0E61-C3A2-03F2-E49CCDFE6A1C}"/>
          </ac:spMkLst>
        </pc:spChg>
        <pc:picChg chg="add mod">
          <ac:chgData name="Liu, Yi-Ruei" userId="S::yrliu2@illinois.edu::ab60ee4c-5c36-4a93-89c4-1b598f5bacc5" providerId="AD" clId="Web-{B04E62B6-B37E-D9E2-FFB3-8B87C71A55B8}" dt="2025-09-27T21:47:57.185" v="412" actId="1076"/>
          <ac:picMkLst>
            <pc:docMk/>
            <pc:sldMk cId="2110455398" sldId="272"/>
            <ac:picMk id="13" creationId="{CFAA2F86-8314-A4CB-BB24-8B68D6ACDB1C}"/>
          </ac:picMkLst>
        </pc:picChg>
      </pc:sldChg>
    </pc:docChg>
  </pc:docChgLst>
  <pc:docChgLst>
    <pc:chgData name="Ling, Jingwang" userId="S::ling23@illinois.edu::3522e12e-43f3-455d-b078-c970953f5b0e" providerId="AD" clId="Web-{04B1CD34-9E6B-182C-6B7D-1794D73EA0C0}"/>
    <pc:docChg chg="addSld delSld modSld">
      <pc:chgData name="Ling, Jingwang" userId="S::ling23@illinois.edu::3522e12e-43f3-455d-b078-c970953f5b0e" providerId="AD" clId="Web-{04B1CD34-9E6B-182C-6B7D-1794D73EA0C0}" dt="2025-09-26T00:29:00.551" v="5"/>
      <pc:docMkLst>
        <pc:docMk/>
      </pc:docMkLst>
    </pc:docChg>
  </pc:docChgLst>
  <pc:docChgLst>
    <pc:chgData name="Chung, Haengbok" userId="S::hc101@illinois.edu::4f4b7bb3-96a8-4159-8529-7c87f7d0cc21" providerId="AD" clId="Web-{440DDE94-E9F4-9316-62CA-456C5268072D}"/>
    <pc:docChg chg="modSld">
      <pc:chgData name="Chung, Haengbok" userId="S::hc101@illinois.edu::4f4b7bb3-96a8-4159-8529-7c87f7d0cc21" providerId="AD" clId="Web-{440DDE94-E9F4-9316-62CA-456C5268072D}" dt="2025-09-28T13:49:15.739" v="2" actId="20577"/>
      <pc:docMkLst>
        <pc:docMk/>
      </pc:docMkLst>
      <pc:sldChg chg="modSp">
        <pc:chgData name="Chung, Haengbok" userId="S::hc101@illinois.edu::4f4b7bb3-96a8-4159-8529-7c87f7d0cc21" providerId="AD" clId="Web-{440DDE94-E9F4-9316-62CA-456C5268072D}" dt="2025-09-28T13:49:15.739" v="2" actId="20577"/>
        <pc:sldMkLst>
          <pc:docMk/>
          <pc:sldMk cId="903890041" sldId="262"/>
        </pc:sldMkLst>
        <pc:spChg chg="mod">
          <ac:chgData name="Chung, Haengbok" userId="S::hc101@illinois.edu::4f4b7bb3-96a8-4159-8529-7c87f7d0cc21" providerId="AD" clId="Web-{440DDE94-E9F4-9316-62CA-456C5268072D}" dt="2025-09-28T13:49:15.739" v="2" actId="20577"/>
          <ac:spMkLst>
            <pc:docMk/>
            <pc:sldMk cId="903890041" sldId="262"/>
            <ac:spMk id="9" creationId="{A6350BC0-80EF-6325-1CAF-36EBD0ECE239}"/>
          </ac:spMkLst>
        </pc:spChg>
      </pc:sldChg>
    </pc:docChg>
  </pc:docChgLst>
  <pc:docChgLst>
    <pc:chgData name="Chung, Haengbok" userId="S::hc101@illinois.edu::4f4b7bb3-96a8-4159-8529-7c87f7d0cc21" providerId="AD" clId="Web-{49B63869-1511-C479-98CA-8B5185F48819}"/>
    <pc:docChg chg="addSld modSld">
      <pc:chgData name="Chung, Haengbok" userId="S::hc101@illinois.edu::4f4b7bb3-96a8-4159-8529-7c87f7d0cc21" providerId="AD" clId="Web-{49B63869-1511-C479-98CA-8B5185F48819}" dt="2025-09-26T18:00:11.903" v="407" actId="20577"/>
      <pc:docMkLst>
        <pc:docMk/>
      </pc:docMkLst>
      <pc:sldChg chg="modSp">
        <pc:chgData name="Chung, Haengbok" userId="S::hc101@illinois.edu::4f4b7bb3-96a8-4159-8529-7c87f7d0cc21" providerId="AD" clId="Web-{49B63869-1511-C479-98CA-8B5185F48819}" dt="2025-09-26T17:56:41.556" v="344" actId="20577"/>
        <pc:sldMkLst>
          <pc:docMk/>
          <pc:sldMk cId="1172083920" sldId="259"/>
        </pc:sldMkLst>
        <pc:spChg chg="mod">
          <ac:chgData name="Chung, Haengbok" userId="S::hc101@illinois.edu::4f4b7bb3-96a8-4159-8529-7c87f7d0cc21" providerId="AD" clId="Web-{49B63869-1511-C479-98CA-8B5185F48819}" dt="2025-09-26T17:56:41.556" v="344" actId="20577"/>
          <ac:spMkLst>
            <pc:docMk/>
            <pc:sldMk cId="1172083920" sldId="259"/>
            <ac:spMk id="2" creationId="{3CF09B47-473F-AAB2-3382-643E9ECA714E}"/>
          </ac:spMkLst>
        </pc:spChg>
      </pc:sldChg>
      <pc:sldChg chg="addSp modSp">
        <pc:chgData name="Chung, Haengbok" userId="S::hc101@illinois.edu::4f4b7bb3-96a8-4159-8529-7c87f7d0cc21" providerId="AD" clId="Web-{49B63869-1511-C479-98CA-8B5185F48819}" dt="2025-09-26T17:59:36.307" v="399" actId="14100"/>
        <pc:sldMkLst>
          <pc:docMk/>
          <pc:sldMk cId="903890041" sldId="262"/>
        </pc:sldMkLst>
        <pc:spChg chg="mod">
          <ac:chgData name="Chung, Haengbok" userId="S::hc101@illinois.edu::4f4b7bb3-96a8-4159-8529-7c87f7d0cc21" providerId="AD" clId="Web-{49B63869-1511-C479-98CA-8B5185F48819}" dt="2025-09-26T17:58:51.244" v="384" actId="20577"/>
          <ac:spMkLst>
            <pc:docMk/>
            <pc:sldMk cId="903890041" sldId="262"/>
            <ac:spMk id="2" creationId="{B72968B4-8DC9-BA69-B57F-F809D457AF5B}"/>
          </ac:spMkLst>
        </pc:spChg>
        <pc:spChg chg="add mod">
          <ac:chgData name="Chung, Haengbok" userId="S::hc101@illinois.edu::4f4b7bb3-96a8-4159-8529-7c87f7d0cc21" providerId="AD" clId="Web-{49B63869-1511-C479-98CA-8B5185F48819}" dt="2025-09-26T16:15:32.774" v="59" actId="1076"/>
          <ac:spMkLst>
            <pc:docMk/>
            <pc:sldMk cId="903890041" sldId="262"/>
            <ac:spMk id="3" creationId="{10125538-2B9B-71CD-7184-9D14A54E463E}"/>
          </ac:spMkLst>
        </pc:spChg>
        <pc:spChg chg="add mod">
          <ac:chgData name="Chung, Haengbok" userId="S::hc101@illinois.edu::4f4b7bb3-96a8-4159-8529-7c87f7d0cc21" providerId="AD" clId="Web-{49B63869-1511-C479-98CA-8B5185F48819}" dt="2025-09-26T16:59:24.240" v="257" actId="20577"/>
          <ac:spMkLst>
            <pc:docMk/>
            <pc:sldMk cId="903890041" sldId="262"/>
            <ac:spMk id="7" creationId="{37AC8C21-CB8C-C8DC-4DBC-529B3F7A27CA}"/>
          </ac:spMkLst>
        </pc:spChg>
        <pc:spChg chg="mod">
          <ac:chgData name="Chung, Haengbok" userId="S::hc101@illinois.edu::4f4b7bb3-96a8-4159-8529-7c87f7d0cc21" providerId="AD" clId="Web-{49B63869-1511-C479-98CA-8B5185F48819}" dt="2025-09-26T17:59:36.307" v="399" actId="14100"/>
          <ac:spMkLst>
            <pc:docMk/>
            <pc:sldMk cId="903890041" sldId="262"/>
            <ac:spMk id="9" creationId="{A6350BC0-80EF-6325-1CAF-36EBD0ECE239}"/>
          </ac:spMkLst>
        </pc:spChg>
      </pc:sldChg>
      <pc:sldChg chg="addSp delSp modSp">
        <pc:chgData name="Chung, Haengbok" userId="S::hc101@illinois.edu::4f4b7bb3-96a8-4159-8529-7c87f7d0cc21" providerId="AD" clId="Web-{49B63869-1511-C479-98CA-8B5185F48819}" dt="2025-09-26T17:56:10.790" v="341" actId="1076"/>
        <pc:sldMkLst>
          <pc:docMk/>
          <pc:sldMk cId="2788660381" sldId="263"/>
        </pc:sldMkLst>
        <pc:spChg chg="mod">
          <ac:chgData name="Chung, Haengbok" userId="S::hc101@illinois.edu::4f4b7bb3-96a8-4159-8529-7c87f7d0cc21" providerId="AD" clId="Web-{49B63869-1511-C479-98CA-8B5185F48819}" dt="2025-09-26T16:21:14.148" v="163" actId="1076"/>
          <ac:spMkLst>
            <pc:docMk/>
            <pc:sldMk cId="2788660381" sldId="263"/>
            <ac:spMk id="2" creationId="{8C5D6C51-1738-03A8-9298-652E17E20195}"/>
          </ac:spMkLst>
        </pc:spChg>
        <pc:spChg chg="add mod">
          <ac:chgData name="Chung, Haengbok" userId="S::hc101@illinois.edu::4f4b7bb3-96a8-4159-8529-7c87f7d0cc21" providerId="AD" clId="Web-{49B63869-1511-C479-98CA-8B5185F48819}" dt="2025-09-26T16:21:18.305" v="164" actId="1076"/>
          <ac:spMkLst>
            <pc:docMk/>
            <pc:sldMk cId="2788660381" sldId="263"/>
            <ac:spMk id="4" creationId="{E58BF798-40F4-05C6-D0E0-7F159751C46F}"/>
          </ac:spMkLst>
        </pc:spChg>
        <pc:spChg chg="add mod">
          <ac:chgData name="Chung, Haengbok" userId="S::hc101@illinois.edu::4f4b7bb3-96a8-4159-8529-7c87f7d0cc21" providerId="AD" clId="Web-{49B63869-1511-C479-98CA-8B5185F48819}" dt="2025-09-26T16:21:18.320" v="165" actId="1076"/>
          <ac:spMkLst>
            <pc:docMk/>
            <pc:sldMk cId="2788660381" sldId="263"/>
            <ac:spMk id="5" creationId="{11260DE2-0854-6BDB-3C54-CD4C67C16D2E}"/>
          </ac:spMkLst>
        </pc:spChg>
        <pc:spChg chg="add mod">
          <ac:chgData name="Chung, Haengbok" userId="S::hc101@illinois.edu::4f4b7bb3-96a8-4159-8529-7c87f7d0cc21" providerId="AD" clId="Web-{49B63869-1511-C479-98CA-8B5185F48819}" dt="2025-09-26T16:21:18.336" v="166" actId="1076"/>
          <ac:spMkLst>
            <pc:docMk/>
            <pc:sldMk cId="2788660381" sldId="263"/>
            <ac:spMk id="9" creationId="{0F87602A-5D1B-95E8-59DA-B59DD9F5188A}"/>
          </ac:spMkLst>
        </pc:spChg>
        <pc:spChg chg="add mod">
          <ac:chgData name="Chung, Haengbok" userId="S::hc101@illinois.edu::4f4b7bb3-96a8-4159-8529-7c87f7d0cc21" providerId="AD" clId="Web-{49B63869-1511-C479-98CA-8B5185F48819}" dt="2025-09-26T16:21:18.352" v="167" actId="1076"/>
          <ac:spMkLst>
            <pc:docMk/>
            <pc:sldMk cId="2788660381" sldId="263"/>
            <ac:spMk id="10" creationId="{BB10DFBC-51C9-4E17-0A8D-B5C969749D38}"/>
          </ac:spMkLst>
        </pc:spChg>
        <pc:spChg chg="add mod">
          <ac:chgData name="Chung, Haengbok" userId="S::hc101@illinois.edu::4f4b7bb3-96a8-4159-8529-7c87f7d0cc21" providerId="AD" clId="Web-{49B63869-1511-C479-98CA-8B5185F48819}" dt="2025-09-26T16:21:18.352" v="168" actId="1076"/>
          <ac:spMkLst>
            <pc:docMk/>
            <pc:sldMk cId="2788660381" sldId="263"/>
            <ac:spMk id="11" creationId="{567E0FCE-8B55-9C02-539A-0D08C0BDCFE7}"/>
          </ac:spMkLst>
        </pc:spChg>
        <pc:spChg chg="add mod">
          <ac:chgData name="Chung, Haengbok" userId="S::hc101@illinois.edu::4f4b7bb3-96a8-4159-8529-7c87f7d0cc21" providerId="AD" clId="Web-{49B63869-1511-C479-98CA-8B5185F48819}" dt="2025-09-26T17:56:10.790" v="341" actId="1076"/>
          <ac:spMkLst>
            <pc:docMk/>
            <pc:sldMk cId="2788660381" sldId="263"/>
            <ac:spMk id="12" creationId="{CB5AA9E3-FFD7-42B3-9101-A8F7D2FA5A75}"/>
          </ac:spMkLst>
        </pc:spChg>
      </pc:sldChg>
      <pc:sldChg chg="addSp delSp modSp new">
        <pc:chgData name="Chung, Haengbok" userId="S::hc101@illinois.edu::4f4b7bb3-96a8-4159-8529-7c87f7d0cc21" providerId="AD" clId="Web-{49B63869-1511-C479-98CA-8B5185F48819}" dt="2025-09-26T17:58:42.947" v="378" actId="20577"/>
        <pc:sldMkLst>
          <pc:docMk/>
          <pc:sldMk cId="532298851" sldId="264"/>
        </pc:sldMkLst>
        <pc:spChg chg="add mod">
          <ac:chgData name="Chung, Haengbok" userId="S::hc101@illinois.edu::4f4b7bb3-96a8-4159-8529-7c87f7d0cc21" providerId="AD" clId="Web-{49B63869-1511-C479-98CA-8B5185F48819}" dt="2025-09-26T17:27:58.517" v="299" actId="20577"/>
          <ac:spMkLst>
            <pc:docMk/>
            <pc:sldMk cId="532298851" sldId="264"/>
            <ac:spMk id="3" creationId="{3BD07607-6C0C-62FF-F52E-28D9F5FC092B}"/>
          </ac:spMkLst>
        </pc:spChg>
        <pc:spChg chg="add mod">
          <ac:chgData name="Chung, Haengbok" userId="S::hc101@illinois.edu::4f4b7bb3-96a8-4159-8529-7c87f7d0cc21" providerId="AD" clId="Web-{49B63869-1511-C479-98CA-8B5185F48819}" dt="2025-09-26T17:58:42.947" v="378" actId="20577"/>
          <ac:spMkLst>
            <pc:docMk/>
            <pc:sldMk cId="532298851" sldId="264"/>
            <ac:spMk id="6" creationId="{D538D45C-7718-9EB7-5F18-18CEB918A511}"/>
          </ac:spMkLst>
        </pc:spChg>
        <pc:spChg chg="add mod">
          <ac:chgData name="Chung, Haengbok" userId="S::hc101@illinois.edu::4f4b7bb3-96a8-4159-8529-7c87f7d0cc21" providerId="AD" clId="Web-{49B63869-1511-C479-98CA-8B5185F48819}" dt="2025-09-26T17:27:27.423" v="287" actId="1076"/>
          <ac:spMkLst>
            <pc:docMk/>
            <pc:sldMk cId="532298851" sldId="264"/>
            <ac:spMk id="9" creationId="{64C914E2-EE15-C65E-FAAE-3B2C1636B620}"/>
          </ac:spMkLst>
        </pc:spChg>
        <pc:picChg chg="add mod">
          <ac:chgData name="Chung, Haengbok" userId="S::hc101@illinois.edu::4f4b7bb3-96a8-4159-8529-7c87f7d0cc21" providerId="AD" clId="Web-{49B63869-1511-C479-98CA-8B5185F48819}" dt="2025-09-26T17:27:27.470" v="288" actId="1076"/>
          <ac:picMkLst>
            <pc:docMk/>
            <pc:sldMk cId="532298851" sldId="264"/>
            <ac:picMk id="2" creationId="{0143DFFB-7EA8-A40A-13F3-63EB64A0DC40}"/>
          </ac:picMkLst>
        </pc:picChg>
        <pc:picChg chg="add mod">
          <ac:chgData name="Chung, Haengbok" userId="S::hc101@illinois.edu::4f4b7bb3-96a8-4159-8529-7c87f7d0cc21" providerId="AD" clId="Web-{49B63869-1511-C479-98CA-8B5185F48819}" dt="2025-09-26T17:27:27.408" v="286" actId="1076"/>
          <ac:picMkLst>
            <pc:docMk/>
            <pc:sldMk cId="532298851" sldId="264"/>
            <ac:picMk id="7" creationId="{0674C874-D286-8EA2-5742-141D6CC2AE82}"/>
          </ac:picMkLst>
        </pc:picChg>
      </pc:sldChg>
      <pc:sldChg chg="addSp delSp modSp new">
        <pc:chgData name="Chung, Haengbok" userId="S::hc101@illinois.edu::4f4b7bb3-96a8-4159-8529-7c87f7d0cc21" providerId="AD" clId="Web-{49B63869-1511-C479-98CA-8B5185F48819}" dt="2025-09-26T17:58:37.775" v="377" actId="20577"/>
        <pc:sldMkLst>
          <pc:docMk/>
          <pc:sldMk cId="2641534386" sldId="265"/>
        </pc:sldMkLst>
        <pc:spChg chg="add mod">
          <ac:chgData name="Chung, Haengbok" userId="S::hc101@illinois.edu::4f4b7bb3-96a8-4159-8529-7c87f7d0cc21" providerId="AD" clId="Web-{49B63869-1511-C479-98CA-8B5185F48819}" dt="2025-09-26T17:58:37.775" v="377" actId="20577"/>
          <ac:spMkLst>
            <pc:docMk/>
            <pc:sldMk cId="2641534386" sldId="265"/>
            <ac:spMk id="5" creationId="{623FA51E-B1F9-3FAE-85FE-5D764509DDE9}"/>
          </ac:spMkLst>
        </pc:spChg>
        <pc:spChg chg="add mod">
          <ac:chgData name="Chung, Haengbok" userId="S::hc101@illinois.edu::4f4b7bb3-96a8-4159-8529-7c87f7d0cc21" providerId="AD" clId="Web-{49B63869-1511-C479-98CA-8B5185F48819}" dt="2025-09-26T17:49:40.451" v="326" actId="1076"/>
          <ac:spMkLst>
            <pc:docMk/>
            <pc:sldMk cId="2641534386" sldId="265"/>
            <ac:spMk id="8" creationId="{DE2839D1-CE54-9537-C5AE-26A74AFB4371}"/>
          </ac:spMkLst>
        </pc:spChg>
        <pc:picChg chg="add mod">
          <ac:chgData name="Chung, Haengbok" userId="S::hc101@illinois.edu::4f4b7bb3-96a8-4159-8529-7c87f7d0cc21" providerId="AD" clId="Web-{49B63869-1511-C479-98CA-8B5185F48819}" dt="2025-09-26T17:49:44.202" v="327" actId="1076"/>
          <ac:picMkLst>
            <pc:docMk/>
            <pc:sldMk cId="2641534386" sldId="265"/>
            <ac:picMk id="6" creationId="{F929C376-6FB6-6C58-4767-F38259167CFE}"/>
          </ac:picMkLst>
        </pc:picChg>
      </pc:sldChg>
      <pc:sldChg chg="modSp new">
        <pc:chgData name="Chung, Haengbok" userId="S::hc101@illinois.edu::4f4b7bb3-96a8-4159-8529-7c87f7d0cc21" providerId="AD" clId="Web-{49B63869-1511-C479-98CA-8B5185F48819}" dt="2025-09-26T18:00:11.903" v="407" actId="20577"/>
        <pc:sldMkLst>
          <pc:docMk/>
          <pc:sldMk cId="1745601361" sldId="266"/>
        </pc:sldMkLst>
        <pc:spChg chg="mod">
          <ac:chgData name="Chung, Haengbok" userId="S::hc101@illinois.edu::4f4b7bb3-96a8-4159-8529-7c87f7d0cc21" providerId="AD" clId="Web-{49B63869-1511-C479-98CA-8B5185F48819}" dt="2025-09-26T18:00:11.903" v="407" actId="20577"/>
          <ac:spMkLst>
            <pc:docMk/>
            <pc:sldMk cId="1745601361" sldId="266"/>
            <ac:spMk id="2" creationId="{B3EE5D37-7AF3-7990-DFB1-1838E755101C}"/>
          </ac:spMkLst>
        </pc:spChg>
      </pc:sldChg>
    </pc:docChg>
  </pc:docChgLst>
  <pc:docChgLst>
    <pc:chgData name="Chung, Haengbok" userId="S::hc101@illinois.edu::4f4b7bb3-96a8-4159-8529-7c87f7d0cc21" providerId="AD" clId="Web-{5CD8D389-7B2C-038A-81C6-FC8E791CED43}"/>
    <pc:docChg chg="addSld modSld sldOrd">
      <pc:chgData name="Chung, Haengbok" userId="S::hc101@illinois.edu::4f4b7bb3-96a8-4159-8529-7c87f7d0cc21" providerId="AD" clId="Web-{5CD8D389-7B2C-038A-81C6-FC8E791CED43}" dt="2025-09-26T02:27:42.732" v="312" actId="20577"/>
      <pc:docMkLst>
        <pc:docMk/>
      </pc:docMkLst>
      <pc:sldChg chg="addSp delSp modSp ord">
        <pc:chgData name="Chung, Haengbok" userId="S::hc101@illinois.edu::4f4b7bb3-96a8-4159-8529-7c87f7d0cc21" providerId="AD" clId="Web-{5CD8D389-7B2C-038A-81C6-FC8E791CED43}" dt="2025-09-26T01:59:09.040" v="185"/>
        <pc:sldMkLst>
          <pc:docMk/>
          <pc:sldMk cId="1263795227" sldId="257"/>
        </pc:sldMkLst>
        <pc:spChg chg="mod">
          <ac:chgData name="Chung, Haengbok" userId="S::hc101@illinois.edu::4f4b7bb3-96a8-4159-8529-7c87f7d0cc21" providerId="AD" clId="Web-{5CD8D389-7B2C-038A-81C6-FC8E791CED43}" dt="2025-09-26T01:51:04.200" v="50" actId="1076"/>
          <ac:spMkLst>
            <pc:docMk/>
            <pc:sldMk cId="1263795227" sldId="257"/>
            <ac:spMk id="2" creationId="{063C29D9-C5E3-0CC9-5AC3-D23A711C92D5}"/>
          </ac:spMkLst>
        </pc:spChg>
        <pc:spChg chg="add mod">
          <ac:chgData name="Chung, Haengbok" userId="S::hc101@illinois.edu::4f4b7bb3-96a8-4159-8529-7c87f7d0cc21" providerId="AD" clId="Web-{5CD8D389-7B2C-038A-81C6-FC8E791CED43}" dt="2025-09-26T01:52:58.179" v="72" actId="1076"/>
          <ac:spMkLst>
            <pc:docMk/>
            <pc:sldMk cId="1263795227" sldId="257"/>
            <ac:spMk id="5" creationId="{1DA0DD2E-DF1B-64AF-F2A2-DDD2B26F4E33}"/>
          </ac:spMkLst>
        </pc:spChg>
        <pc:spChg chg="add mod">
          <ac:chgData name="Chung, Haengbok" userId="S::hc101@illinois.edu::4f4b7bb3-96a8-4159-8529-7c87f7d0cc21" providerId="AD" clId="Web-{5CD8D389-7B2C-038A-81C6-FC8E791CED43}" dt="2025-09-26T01:59:09.040" v="185"/>
          <ac:spMkLst>
            <pc:docMk/>
            <pc:sldMk cId="1263795227" sldId="257"/>
            <ac:spMk id="6" creationId="{5A51F35A-9969-DA50-CDE5-5ABD8CF8862F}"/>
          </ac:spMkLst>
        </pc:spChg>
        <pc:picChg chg="add mod">
          <ac:chgData name="Chung, Haengbok" userId="S::hc101@illinois.edu::4f4b7bb3-96a8-4159-8529-7c87f7d0cc21" providerId="AD" clId="Web-{5CD8D389-7B2C-038A-81C6-FC8E791CED43}" dt="2025-09-26T01:52:58.179" v="71" actId="1076"/>
          <ac:picMkLst>
            <pc:docMk/>
            <pc:sldMk cId="1263795227" sldId="257"/>
            <ac:picMk id="4" creationId="{F582B041-9023-F3D1-C094-4EF879F5701B}"/>
          </ac:picMkLst>
        </pc:picChg>
      </pc:sldChg>
      <pc:sldChg chg="addSp delSp modSp new">
        <pc:chgData name="Chung, Haengbok" userId="S::hc101@illinois.edu::4f4b7bb3-96a8-4159-8529-7c87f7d0cc21" providerId="AD" clId="Web-{5CD8D389-7B2C-038A-81C6-FC8E791CED43}" dt="2025-09-26T02:00:51.715" v="198" actId="1076"/>
        <pc:sldMkLst>
          <pc:docMk/>
          <pc:sldMk cId="1355636763" sldId="258"/>
        </pc:sldMkLst>
        <pc:spChg chg="mod">
          <ac:chgData name="Chung, Haengbok" userId="S::hc101@illinois.edu::4f4b7bb3-96a8-4159-8529-7c87f7d0cc21" providerId="AD" clId="Web-{5CD8D389-7B2C-038A-81C6-FC8E791CED43}" dt="2025-09-26T01:56:51.582" v="136" actId="20577"/>
          <ac:spMkLst>
            <pc:docMk/>
            <pc:sldMk cId="1355636763" sldId="258"/>
            <ac:spMk id="2" creationId="{88EFC0CB-FB85-5EC7-820B-39D2234BFDFA}"/>
          </ac:spMkLst>
        </pc:spChg>
        <pc:spChg chg="add mod">
          <ac:chgData name="Chung, Haengbok" userId="S::hc101@illinois.edu::4f4b7bb3-96a8-4159-8529-7c87f7d0cc21" providerId="AD" clId="Web-{5CD8D389-7B2C-038A-81C6-FC8E791CED43}" dt="2025-09-26T01:50:52.386" v="49" actId="1076"/>
          <ac:spMkLst>
            <pc:docMk/>
            <pc:sldMk cId="1355636763" sldId="258"/>
            <ac:spMk id="5" creationId="{28DE374F-52D0-B6CE-EC42-EEAA664095EB}"/>
          </ac:spMkLst>
        </pc:spChg>
        <pc:spChg chg="add mod">
          <ac:chgData name="Chung, Haengbok" userId="S::hc101@illinois.edu::4f4b7bb3-96a8-4159-8529-7c87f7d0cc21" providerId="AD" clId="Web-{5CD8D389-7B2C-038A-81C6-FC8E791CED43}" dt="2025-09-26T02:00:51.715" v="198" actId="1076"/>
          <ac:spMkLst>
            <pc:docMk/>
            <pc:sldMk cId="1355636763" sldId="258"/>
            <ac:spMk id="6" creationId="{C2B32CA9-62BD-6977-547A-954D24D22167}"/>
          </ac:spMkLst>
        </pc:spChg>
        <pc:picChg chg="add mod">
          <ac:chgData name="Chung, Haengbok" userId="S::hc101@illinois.edu::4f4b7bb3-96a8-4159-8529-7c87f7d0cc21" providerId="AD" clId="Web-{5CD8D389-7B2C-038A-81C6-FC8E791CED43}" dt="2025-09-26T02:00:45.168" v="197" actId="1076"/>
          <ac:picMkLst>
            <pc:docMk/>
            <pc:sldMk cId="1355636763" sldId="258"/>
            <ac:picMk id="4" creationId="{15A82BFA-6938-700B-9912-5B6FA1B5AF5A}"/>
          </ac:picMkLst>
        </pc:picChg>
      </pc:sldChg>
      <pc:sldChg chg="addSp delSp modSp new">
        <pc:chgData name="Chung, Haengbok" userId="S::hc101@illinois.edu::4f4b7bb3-96a8-4159-8529-7c87f7d0cc21" providerId="AD" clId="Web-{5CD8D389-7B2C-038A-81C6-FC8E791CED43}" dt="2025-09-26T02:01:06.903" v="202" actId="1076"/>
        <pc:sldMkLst>
          <pc:docMk/>
          <pc:sldMk cId="1172083920" sldId="259"/>
        </pc:sldMkLst>
        <pc:spChg chg="mod">
          <ac:chgData name="Chung, Haengbok" userId="S::hc101@illinois.edu::4f4b7bb3-96a8-4159-8529-7c87f7d0cc21" providerId="AD" clId="Web-{5CD8D389-7B2C-038A-81C6-FC8E791CED43}" dt="2025-09-26T02:01:06.903" v="202" actId="1076"/>
          <ac:spMkLst>
            <pc:docMk/>
            <pc:sldMk cId="1172083920" sldId="259"/>
            <ac:spMk id="2" creationId="{3CF09B47-473F-AAB2-3382-643E9ECA714E}"/>
          </ac:spMkLst>
        </pc:spChg>
        <pc:spChg chg="add">
          <ac:chgData name="Chung, Haengbok" userId="S::hc101@illinois.edu::4f4b7bb3-96a8-4159-8529-7c87f7d0cc21" providerId="AD" clId="Web-{5CD8D389-7B2C-038A-81C6-FC8E791CED43}" dt="2025-09-26T01:54:01.792" v="88"/>
          <ac:spMkLst>
            <pc:docMk/>
            <pc:sldMk cId="1172083920" sldId="259"/>
            <ac:spMk id="6" creationId="{C8265735-E355-AD59-72D0-5CF73E81BEE4}"/>
          </ac:spMkLst>
        </pc:spChg>
        <pc:spChg chg="add mod">
          <ac:chgData name="Chung, Haengbok" userId="S::hc101@illinois.edu::4f4b7bb3-96a8-4159-8529-7c87f7d0cc21" providerId="AD" clId="Web-{5CD8D389-7B2C-038A-81C6-FC8E791CED43}" dt="2025-09-26T01:54:36.888" v="102" actId="1076"/>
          <ac:spMkLst>
            <pc:docMk/>
            <pc:sldMk cId="1172083920" sldId="259"/>
            <ac:spMk id="10" creationId="{5407E6DB-3C13-AE62-C1F8-691E80957A7C}"/>
          </ac:spMkLst>
        </pc:spChg>
      </pc:sldChg>
      <pc:sldChg chg="modSp new">
        <pc:chgData name="Chung, Haengbok" userId="S::hc101@illinois.edu::4f4b7bb3-96a8-4159-8529-7c87f7d0cc21" providerId="AD" clId="Web-{5CD8D389-7B2C-038A-81C6-FC8E791CED43}" dt="2025-09-26T01:55:36.422" v="113" actId="1076"/>
        <pc:sldMkLst>
          <pc:docMk/>
          <pc:sldMk cId="1001686626" sldId="260"/>
        </pc:sldMkLst>
        <pc:spChg chg="mod">
          <ac:chgData name="Chung, Haengbok" userId="S::hc101@illinois.edu::4f4b7bb3-96a8-4159-8529-7c87f7d0cc21" providerId="AD" clId="Web-{5CD8D389-7B2C-038A-81C6-FC8E791CED43}" dt="2025-09-26T01:55:36.422" v="113" actId="1076"/>
          <ac:spMkLst>
            <pc:docMk/>
            <pc:sldMk cId="1001686626" sldId="260"/>
            <ac:spMk id="2" creationId="{22F63B9A-AD97-4B3C-D748-96DE8F187A93}"/>
          </ac:spMkLst>
        </pc:spChg>
      </pc:sldChg>
      <pc:sldChg chg="modSp new">
        <pc:chgData name="Chung, Haengbok" userId="S::hc101@illinois.edu::4f4b7bb3-96a8-4159-8529-7c87f7d0cc21" providerId="AD" clId="Web-{5CD8D389-7B2C-038A-81C6-FC8E791CED43}" dt="2025-09-26T01:55:50.470" v="115" actId="1076"/>
        <pc:sldMkLst>
          <pc:docMk/>
          <pc:sldMk cId="1485938665" sldId="261"/>
        </pc:sldMkLst>
        <pc:spChg chg="mod">
          <ac:chgData name="Chung, Haengbok" userId="S::hc101@illinois.edu::4f4b7bb3-96a8-4159-8529-7c87f7d0cc21" providerId="AD" clId="Web-{5CD8D389-7B2C-038A-81C6-FC8E791CED43}" dt="2025-09-26T01:55:50.470" v="115" actId="1076"/>
          <ac:spMkLst>
            <pc:docMk/>
            <pc:sldMk cId="1485938665" sldId="261"/>
            <ac:spMk id="2" creationId="{19949A15-B558-5437-2D8F-78B0AB4DCA99}"/>
          </ac:spMkLst>
        </pc:spChg>
      </pc:sldChg>
      <pc:sldChg chg="addSp delSp modSp new">
        <pc:chgData name="Chung, Haengbok" userId="S::hc101@illinois.edu::4f4b7bb3-96a8-4159-8529-7c87f7d0cc21" providerId="AD" clId="Web-{5CD8D389-7B2C-038A-81C6-FC8E791CED43}" dt="2025-09-26T02:27:42.732" v="312" actId="20577"/>
        <pc:sldMkLst>
          <pc:docMk/>
          <pc:sldMk cId="903890041" sldId="262"/>
        </pc:sldMkLst>
        <pc:spChg chg="mod">
          <ac:chgData name="Chung, Haengbok" userId="S::hc101@illinois.edu::4f4b7bb3-96a8-4159-8529-7c87f7d0cc21" providerId="AD" clId="Web-{5CD8D389-7B2C-038A-81C6-FC8E791CED43}" dt="2025-09-26T02:27:42.732" v="312" actId="20577"/>
          <ac:spMkLst>
            <pc:docMk/>
            <pc:sldMk cId="903890041" sldId="262"/>
            <ac:spMk id="2" creationId="{B72968B4-8DC9-BA69-B57F-F809D457AF5B}"/>
          </ac:spMkLst>
        </pc:spChg>
        <pc:spChg chg="add mod">
          <ac:chgData name="Chung, Haengbok" userId="S::hc101@illinois.edu::4f4b7bb3-96a8-4159-8529-7c87f7d0cc21" providerId="AD" clId="Web-{5CD8D389-7B2C-038A-81C6-FC8E791CED43}" dt="2025-09-26T02:27:31.262" v="309" actId="1076"/>
          <ac:spMkLst>
            <pc:docMk/>
            <pc:sldMk cId="903890041" sldId="262"/>
            <ac:spMk id="9" creationId="{A6350BC0-80EF-6325-1CAF-36EBD0ECE239}"/>
          </ac:spMkLst>
        </pc:spChg>
        <pc:picChg chg="add mod">
          <ac:chgData name="Chung, Haengbok" userId="S::hc101@illinois.edu::4f4b7bb3-96a8-4159-8529-7c87f7d0cc21" providerId="AD" clId="Web-{5CD8D389-7B2C-038A-81C6-FC8E791CED43}" dt="2025-09-26T02:20:43.728" v="228" actId="1076"/>
          <ac:picMkLst>
            <pc:docMk/>
            <pc:sldMk cId="903890041" sldId="262"/>
            <ac:picMk id="4" creationId="{42F94DFC-477E-71E7-EC24-0A3CCE269FFB}"/>
          </ac:picMkLst>
        </pc:picChg>
        <pc:picChg chg="add mod">
          <ac:chgData name="Chung, Haengbok" userId="S::hc101@illinois.edu::4f4b7bb3-96a8-4159-8529-7c87f7d0cc21" providerId="AD" clId="Web-{5CD8D389-7B2C-038A-81C6-FC8E791CED43}" dt="2025-09-26T02:27:24.668" v="307" actId="1076"/>
          <ac:picMkLst>
            <pc:docMk/>
            <pc:sldMk cId="903890041" sldId="262"/>
            <ac:picMk id="5" creationId="{C7F90BC2-BC03-F59E-4BE7-4F174308A1E7}"/>
          </ac:picMkLst>
        </pc:picChg>
        <pc:picChg chg="add mod">
          <ac:chgData name="Chung, Haengbok" userId="S::hc101@illinois.edu::4f4b7bb3-96a8-4159-8529-7c87f7d0cc21" providerId="AD" clId="Web-{5CD8D389-7B2C-038A-81C6-FC8E791CED43}" dt="2025-09-26T02:27:24.683" v="308" actId="1076"/>
          <ac:picMkLst>
            <pc:docMk/>
            <pc:sldMk cId="903890041" sldId="262"/>
            <ac:picMk id="6" creationId="{9CFD48B2-A66D-712B-127A-5453E2E12B71}"/>
          </ac:picMkLst>
        </pc:picChg>
      </pc:sldChg>
    </pc:docChg>
  </pc:docChgLst>
  <pc:docChgLst>
    <pc:chgData name="Chung, Haengbok" userId="S::hc101@illinois.edu::4f4b7bb3-96a8-4159-8529-7c87f7d0cc21" providerId="AD" clId="Web-{2A1713D5-9F1C-EC8B-EEA1-1504B6E1F22C}"/>
    <pc:docChg chg="addSld modSld">
      <pc:chgData name="Chung, Haengbok" userId="S::hc101@illinois.edu::4f4b7bb3-96a8-4159-8529-7c87f7d0cc21" providerId="AD" clId="Web-{2A1713D5-9F1C-EC8B-EEA1-1504B6E1F22C}" dt="2025-09-26T16:12:47.806" v="90" actId="20577"/>
      <pc:docMkLst>
        <pc:docMk/>
      </pc:docMkLst>
      <pc:sldChg chg="modSp">
        <pc:chgData name="Chung, Haengbok" userId="S::hc101@illinois.edu::4f4b7bb3-96a8-4159-8529-7c87f7d0cc21" providerId="AD" clId="Web-{2A1713D5-9F1C-EC8B-EEA1-1504B6E1F22C}" dt="2025-09-26T16:10:37.169" v="13" actId="20577"/>
        <pc:sldMkLst>
          <pc:docMk/>
          <pc:sldMk cId="1263795227" sldId="257"/>
        </pc:sldMkLst>
        <pc:spChg chg="mod">
          <ac:chgData name="Chung, Haengbok" userId="S::hc101@illinois.edu::4f4b7bb3-96a8-4159-8529-7c87f7d0cc21" providerId="AD" clId="Web-{2A1713D5-9F1C-EC8B-EEA1-1504B6E1F22C}" dt="2025-09-26T16:10:37.169" v="13" actId="20577"/>
          <ac:spMkLst>
            <pc:docMk/>
            <pc:sldMk cId="1263795227" sldId="257"/>
            <ac:spMk id="2" creationId="{063C29D9-C5E3-0CC9-5AC3-D23A711C92D5}"/>
          </ac:spMkLst>
        </pc:spChg>
      </pc:sldChg>
      <pc:sldChg chg="modSp">
        <pc:chgData name="Chung, Haengbok" userId="S::hc101@illinois.edu::4f4b7bb3-96a8-4159-8529-7c87f7d0cc21" providerId="AD" clId="Web-{2A1713D5-9F1C-EC8B-EEA1-1504B6E1F22C}" dt="2025-09-26T15:55:55.440" v="4" actId="20577"/>
        <pc:sldMkLst>
          <pc:docMk/>
          <pc:sldMk cId="1355636763" sldId="258"/>
        </pc:sldMkLst>
        <pc:spChg chg="mod">
          <ac:chgData name="Chung, Haengbok" userId="S::hc101@illinois.edu::4f4b7bb3-96a8-4159-8529-7c87f7d0cc21" providerId="AD" clId="Web-{2A1713D5-9F1C-EC8B-EEA1-1504B6E1F22C}" dt="2025-09-26T15:55:55.440" v="4" actId="20577"/>
          <ac:spMkLst>
            <pc:docMk/>
            <pc:sldMk cId="1355636763" sldId="258"/>
            <ac:spMk id="2" creationId="{88EFC0CB-FB85-5EC7-820B-39D2234BFDFA}"/>
          </ac:spMkLst>
        </pc:spChg>
      </pc:sldChg>
      <pc:sldChg chg="modSp new">
        <pc:chgData name="Chung, Haengbok" userId="S::hc101@illinois.edu::4f4b7bb3-96a8-4159-8529-7c87f7d0cc21" providerId="AD" clId="Web-{2A1713D5-9F1C-EC8B-EEA1-1504B6E1F22C}" dt="2025-09-26T16:12:47.806" v="90" actId="20577"/>
        <pc:sldMkLst>
          <pc:docMk/>
          <pc:sldMk cId="2788660381" sldId="263"/>
        </pc:sldMkLst>
        <pc:spChg chg="mod">
          <ac:chgData name="Chung, Haengbok" userId="S::hc101@illinois.edu::4f4b7bb3-96a8-4159-8529-7c87f7d0cc21" providerId="AD" clId="Web-{2A1713D5-9F1C-EC8B-EEA1-1504B6E1F22C}" dt="2025-09-26T16:12:36.134" v="87" actId="20577"/>
          <ac:spMkLst>
            <pc:docMk/>
            <pc:sldMk cId="2788660381" sldId="263"/>
            <ac:spMk id="2" creationId="{8C5D6C51-1738-03A8-9298-652E17E20195}"/>
          </ac:spMkLst>
        </pc:spChg>
      </pc:sldChg>
    </pc:docChg>
  </pc:docChgLst>
  <pc:docChgLst>
    <pc:chgData name="Liu, Yi-Ruei" userId="S::yrliu2@illinois.edu::ab60ee4c-5c36-4a93-89c4-1b598f5bacc5" providerId="AD" clId="Web-{8CC97F13-0E27-AA95-34D8-5F24769A2B6D}"/>
    <pc:docChg chg="addSld modSld sldOrd">
      <pc:chgData name="Liu, Yi-Ruei" userId="S::yrliu2@illinois.edu::ab60ee4c-5c36-4a93-89c4-1b598f5bacc5" providerId="AD" clId="Web-{8CC97F13-0E27-AA95-34D8-5F24769A2B6D}" dt="2025-09-27T20:02:50.512" v="286"/>
      <pc:docMkLst>
        <pc:docMk/>
      </pc:docMkLst>
      <pc:sldChg chg="addSp delSp modSp add ord replId">
        <pc:chgData name="Liu, Yi-Ruei" userId="S::yrliu2@illinois.edu::ab60ee4c-5c36-4a93-89c4-1b598f5bacc5" providerId="AD" clId="Web-{8CC97F13-0E27-AA95-34D8-5F24769A2B6D}" dt="2025-09-27T18:15:07.215" v="31" actId="1076"/>
        <pc:sldMkLst>
          <pc:docMk/>
          <pc:sldMk cId="3999777869" sldId="267"/>
        </pc:sldMkLst>
        <pc:spChg chg="mod">
          <ac:chgData name="Liu, Yi-Ruei" userId="S::yrliu2@illinois.edu::ab60ee4c-5c36-4a93-89c4-1b598f5bacc5" providerId="AD" clId="Web-{8CC97F13-0E27-AA95-34D8-5F24769A2B6D}" dt="2025-09-27T18:15:03.496" v="30" actId="1076"/>
          <ac:spMkLst>
            <pc:docMk/>
            <pc:sldMk cId="3999777869" sldId="267"/>
            <ac:spMk id="2" creationId="{3F0C9CFA-AEF5-70C4-0D3C-7E685EC7D4E7}"/>
          </ac:spMkLst>
        </pc:spChg>
        <pc:spChg chg="add mod">
          <ac:chgData name="Liu, Yi-Ruei" userId="S::yrliu2@illinois.edu::ab60ee4c-5c36-4a93-89c4-1b598f5bacc5" providerId="AD" clId="Web-{8CC97F13-0E27-AA95-34D8-5F24769A2B6D}" dt="2025-09-27T18:15:07.215" v="31" actId="1076"/>
          <ac:spMkLst>
            <pc:docMk/>
            <pc:sldMk cId="3999777869" sldId="267"/>
            <ac:spMk id="4" creationId="{73D953B1-1F2A-F221-3BBB-61879CD3E13B}"/>
          </ac:spMkLst>
        </pc:spChg>
      </pc:sldChg>
      <pc:sldChg chg="addSp delSp modSp add replId">
        <pc:chgData name="Liu, Yi-Ruei" userId="S::yrliu2@illinois.edu::ab60ee4c-5c36-4a93-89c4-1b598f5bacc5" providerId="AD" clId="Web-{8CC97F13-0E27-AA95-34D8-5F24769A2B6D}" dt="2025-09-27T18:42:18.867" v="179" actId="1076"/>
        <pc:sldMkLst>
          <pc:docMk/>
          <pc:sldMk cId="1588053393" sldId="268"/>
        </pc:sldMkLst>
        <pc:spChg chg="mod">
          <ac:chgData name="Liu, Yi-Ruei" userId="S::yrliu2@illinois.edu::ab60ee4c-5c36-4a93-89c4-1b598f5bacc5" providerId="AD" clId="Web-{8CC97F13-0E27-AA95-34D8-5F24769A2B6D}" dt="2025-09-27T18:17:47.064" v="50" actId="20577"/>
          <ac:spMkLst>
            <pc:docMk/>
            <pc:sldMk cId="1588053393" sldId="268"/>
            <ac:spMk id="2" creationId="{587ACB3A-40BC-3FB0-A103-1BFA7D49EC2E}"/>
          </ac:spMkLst>
        </pc:spChg>
        <pc:spChg chg="add mod">
          <ac:chgData name="Liu, Yi-Ruei" userId="S::yrliu2@illinois.edu::ab60ee4c-5c36-4a93-89c4-1b598f5bacc5" providerId="AD" clId="Web-{8CC97F13-0E27-AA95-34D8-5F24769A2B6D}" dt="2025-09-27T18:38:52.345" v="142" actId="20577"/>
          <ac:spMkLst>
            <pc:docMk/>
            <pc:sldMk cId="1588053393" sldId="268"/>
            <ac:spMk id="7" creationId="{ED2BBA20-4D8C-0F4A-CFFF-652D5E05243C}"/>
          </ac:spMkLst>
        </pc:spChg>
        <pc:spChg chg="add mod">
          <ac:chgData name="Liu, Yi-Ruei" userId="S::yrliu2@illinois.edu::ab60ee4c-5c36-4a93-89c4-1b598f5bacc5" providerId="AD" clId="Web-{8CC97F13-0E27-AA95-34D8-5F24769A2B6D}" dt="2025-09-27T18:34:26.005" v="107" actId="1076"/>
          <ac:spMkLst>
            <pc:docMk/>
            <pc:sldMk cId="1588053393" sldId="268"/>
            <ac:spMk id="11" creationId="{4106207C-0304-3C00-78E9-051C01CBB2C0}"/>
          </ac:spMkLst>
        </pc:spChg>
        <pc:spChg chg="add mod">
          <ac:chgData name="Liu, Yi-Ruei" userId="S::yrliu2@illinois.edu::ab60ee4c-5c36-4a93-89c4-1b598f5bacc5" providerId="AD" clId="Web-{8CC97F13-0E27-AA95-34D8-5F24769A2B6D}" dt="2025-09-27T18:42:18.867" v="179" actId="1076"/>
          <ac:spMkLst>
            <pc:docMk/>
            <pc:sldMk cId="1588053393" sldId="268"/>
            <ac:spMk id="14" creationId="{D72E64EA-9BF5-60C9-93C6-8235756EA458}"/>
          </ac:spMkLst>
        </pc:spChg>
        <pc:spChg chg="add mod">
          <ac:chgData name="Liu, Yi-Ruei" userId="S::yrliu2@illinois.edu::ab60ee4c-5c36-4a93-89c4-1b598f5bacc5" providerId="AD" clId="Web-{8CC97F13-0E27-AA95-34D8-5F24769A2B6D}" dt="2025-09-27T18:42:06.788" v="178" actId="1076"/>
          <ac:spMkLst>
            <pc:docMk/>
            <pc:sldMk cId="1588053393" sldId="268"/>
            <ac:spMk id="15" creationId="{9C402D68-803C-8D3C-6312-756A9D1F3BE6}"/>
          </ac:spMkLst>
        </pc:spChg>
        <pc:picChg chg="add mod">
          <ac:chgData name="Liu, Yi-Ruei" userId="S::yrliu2@illinois.edu::ab60ee4c-5c36-4a93-89c4-1b598f5bacc5" providerId="AD" clId="Web-{8CC97F13-0E27-AA95-34D8-5F24769A2B6D}" dt="2025-09-27T18:40:44.067" v="157" actId="1076"/>
          <ac:picMkLst>
            <pc:docMk/>
            <pc:sldMk cId="1588053393" sldId="268"/>
            <ac:picMk id="10" creationId="{BA55EC8D-7042-1E54-8799-7CF3C4E68DCA}"/>
          </ac:picMkLst>
        </pc:picChg>
        <pc:picChg chg="add mod">
          <ac:chgData name="Liu, Yi-Ruei" userId="S::yrliu2@illinois.edu::ab60ee4c-5c36-4a93-89c4-1b598f5bacc5" providerId="AD" clId="Web-{8CC97F13-0E27-AA95-34D8-5F24769A2B6D}" dt="2025-09-27T18:40:46.301" v="158" actId="1076"/>
          <ac:picMkLst>
            <pc:docMk/>
            <pc:sldMk cId="1588053393" sldId="268"/>
            <ac:picMk id="13" creationId="{E06B6F6F-155E-CF7E-5012-F224244A1728}"/>
          </ac:picMkLst>
        </pc:picChg>
      </pc:sldChg>
      <pc:sldChg chg="addSp delSp modSp add replId addAnim">
        <pc:chgData name="Liu, Yi-Ruei" userId="S::yrliu2@illinois.edu::ab60ee4c-5c36-4a93-89c4-1b598f5bacc5" providerId="AD" clId="Web-{8CC97F13-0E27-AA95-34D8-5F24769A2B6D}" dt="2025-09-27T20:02:37.387" v="282" actId="1076"/>
        <pc:sldMkLst>
          <pc:docMk/>
          <pc:sldMk cId="2694802581" sldId="269"/>
        </pc:sldMkLst>
        <pc:spChg chg="add mod">
          <ac:chgData name="Liu, Yi-Ruei" userId="S::yrliu2@illinois.edu::ab60ee4c-5c36-4a93-89c4-1b598f5bacc5" providerId="AD" clId="Web-{8CC97F13-0E27-AA95-34D8-5F24769A2B6D}" dt="2025-09-27T20:02:37.387" v="282" actId="1076"/>
          <ac:spMkLst>
            <pc:docMk/>
            <pc:sldMk cId="2694802581" sldId="269"/>
            <ac:spMk id="6" creationId="{3FD827D0-2B61-D189-D1DA-91CAC63496A0}"/>
          </ac:spMkLst>
        </pc:spChg>
        <pc:spChg chg="mod">
          <ac:chgData name="Liu, Yi-Ruei" userId="S::yrliu2@illinois.edu::ab60ee4c-5c36-4a93-89c4-1b598f5bacc5" providerId="AD" clId="Web-{8CC97F13-0E27-AA95-34D8-5F24769A2B6D}" dt="2025-09-27T20:01:01.072" v="261" actId="20577"/>
          <ac:spMkLst>
            <pc:docMk/>
            <pc:sldMk cId="2694802581" sldId="269"/>
            <ac:spMk id="7" creationId="{23E96CC6-144D-8C6B-12DA-1529B3172340}"/>
          </ac:spMkLst>
        </pc:spChg>
        <pc:picChg chg="add mod">
          <ac:chgData name="Liu, Yi-Ruei" userId="S::yrliu2@illinois.edu::ab60ee4c-5c36-4a93-89c4-1b598f5bacc5" providerId="AD" clId="Web-{8CC97F13-0E27-AA95-34D8-5F24769A2B6D}" dt="2025-09-27T19:23:53.003" v="186" actId="1076"/>
          <ac:picMkLst>
            <pc:docMk/>
            <pc:sldMk cId="2694802581" sldId="269"/>
            <ac:picMk id="3" creationId="{7CD76ECD-B9AC-C7CF-E527-A52E3E4641E6}"/>
          </ac:picMkLst>
        </pc:picChg>
        <pc:picChg chg="add mod">
          <ac:chgData name="Liu, Yi-Ruei" userId="S::yrliu2@illinois.edu::ab60ee4c-5c36-4a93-89c4-1b598f5bacc5" providerId="AD" clId="Web-{8CC97F13-0E27-AA95-34D8-5F24769A2B6D}" dt="2025-09-27T20:01:14.666" v="266" actId="1076"/>
          <ac:picMkLst>
            <pc:docMk/>
            <pc:sldMk cId="2694802581" sldId="269"/>
            <ac:picMk id="4" creationId="{3791AD83-62D1-B0E4-E2BC-155508FAE22E}"/>
          </ac:picMkLst>
        </pc:picChg>
      </pc:sldChg>
      <pc:sldChg chg="delSp add replId delAnim">
        <pc:chgData name="Liu, Yi-Ruei" userId="S::yrliu2@illinois.edu::ab60ee4c-5c36-4a93-89c4-1b598f5bacc5" providerId="AD" clId="Web-{8CC97F13-0E27-AA95-34D8-5F24769A2B6D}" dt="2025-09-27T20:02:50.512" v="286"/>
        <pc:sldMkLst>
          <pc:docMk/>
          <pc:sldMk cId="3341820521" sldId="270"/>
        </pc:sldMkLst>
      </pc:sldChg>
    </pc:docChg>
  </pc:docChgLst>
  <pc:docChgLst>
    <pc:chgData name="Chung, Haengbok" userId="S::hc101@illinois.edu::4f4b7bb3-96a8-4159-8529-7c87f7d0cc21" providerId="AD" clId="Web-{416D1383-A87A-3D07-1728-C0C3AEDD4194}"/>
    <pc:docChg chg="modSld">
      <pc:chgData name="Chung, Haengbok" userId="S::hc101@illinois.edu::4f4b7bb3-96a8-4159-8529-7c87f7d0cc21" providerId="AD" clId="Web-{416D1383-A87A-3D07-1728-C0C3AEDD4194}" dt="2025-09-27T23:47:11.334" v="439" actId="20577"/>
      <pc:docMkLst>
        <pc:docMk/>
      </pc:docMkLst>
      <pc:sldChg chg="modSp">
        <pc:chgData name="Chung, Haengbok" userId="S::hc101@illinois.edu::4f4b7bb3-96a8-4159-8529-7c87f7d0cc21" providerId="AD" clId="Web-{416D1383-A87A-3D07-1728-C0C3AEDD4194}" dt="2025-09-27T21:11:42.389" v="408" actId="1076"/>
        <pc:sldMkLst>
          <pc:docMk/>
          <pc:sldMk cId="1263795227" sldId="257"/>
        </pc:sldMkLst>
        <pc:spChg chg="mod">
          <ac:chgData name="Chung, Haengbok" userId="S::hc101@illinois.edu::4f4b7bb3-96a8-4159-8529-7c87f7d0cc21" providerId="AD" clId="Web-{416D1383-A87A-3D07-1728-C0C3AEDD4194}" dt="2025-09-27T21:11:42.389" v="408" actId="1076"/>
          <ac:spMkLst>
            <pc:docMk/>
            <pc:sldMk cId="1263795227" sldId="257"/>
            <ac:spMk id="2" creationId="{063C29D9-C5E3-0CC9-5AC3-D23A711C92D5}"/>
          </ac:spMkLst>
        </pc:spChg>
      </pc:sldChg>
      <pc:sldChg chg="modSp">
        <pc:chgData name="Chung, Haengbok" userId="S::hc101@illinois.edu::4f4b7bb3-96a8-4159-8529-7c87f7d0cc21" providerId="AD" clId="Web-{416D1383-A87A-3D07-1728-C0C3AEDD4194}" dt="2025-09-27T21:11:36.904" v="407" actId="1076"/>
        <pc:sldMkLst>
          <pc:docMk/>
          <pc:sldMk cId="1355636763" sldId="258"/>
        </pc:sldMkLst>
        <pc:spChg chg="mod">
          <ac:chgData name="Chung, Haengbok" userId="S::hc101@illinois.edu::4f4b7bb3-96a8-4159-8529-7c87f7d0cc21" providerId="AD" clId="Web-{416D1383-A87A-3D07-1728-C0C3AEDD4194}" dt="2025-09-27T21:11:36.904" v="407" actId="1076"/>
          <ac:spMkLst>
            <pc:docMk/>
            <pc:sldMk cId="1355636763" sldId="258"/>
            <ac:spMk id="2" creationId="{88EFC0CB-FB85-5EC7-820B-39D2234BFDFA}"/>
          </ac:spMkLst>
        </pc:spChg>
      </pc:sldChg>
      <pc:sldChg chg="addSp modSp">
        <pc:chgData name="Chung, Haengbok" userId="S::hc101@illinois.edu::4f4b7bb3-96a8-4159-8529-7c87f7d0cc21" providerId="AD" clId="Web-{416D1383-A87A-3D07-1728-C0C3AEDD4194}" dt="2025-09-27T23:47:11.334" v="439" actId="20577"/>
        <pc:sldMkLst>
          <pc:docMk/>
          <pc:sldMk cId="1172083920" sldId="259"/>
        </pc:sldMkLst>
        <pc:spChg chg="mod">
          <ac:chgData name="Chung, Haengbok" userId="S::hc101@illinois.edu::4f4b7bb3-96a8-4159-8529-7c87f7d0cc21" providerId="AD" clId="Web-{416D1383-A87A-3D07-1728-C0C3AEDD4194}" dt="2025-09-27T21:10:44.479" v="397" actId="1076"/>
          <ac:spMkLst>
            <pc:docMk/>
            <pc:sldMk cId="1172083920" sldId="259"/>
            <ac:spMk id="2" creationId="{3CF09B47-473F-AAB2-3382-643E9ECA714E}"/>
          </ac:spMkLst>
        </pc:spChg>
        <pc:spChg chg="add mod">
          <ac:chgData name="Chung, Haengbok" userId="S::hc101@illinois.edu::4f4b7bb3-96a8-4159-8529-7c87f7d0cc21" providerId="AD" clId="Web-{416D1383-A87A-3D07-1728-C0C3AEDD4194}" dt="2025-09-27T23:47:06.350" v="437" actId="1076"/>
          <ac:spMkLst>
            <pc:docMk/>
            <pc:sldMk cId="1172083920" sldId="259"/>
            <ac:spMk id="3" creationId="{20E814C4-0B4A-79B2-DC27-3FC0F1488E6E}"/>
          </ac:spMkLst>
        </pc:spChg>
        <pc:spChg chg="mod">
          <ac:chgData name="Chung, Haengbok" userId="S::hc101@illinois.edu::4f4b7bb3-96a8-4159-8529-7c87f7d0cc21" providerId="AD" clId="Web-{416D1383-A87A-3D07-1728-C0C3AEDD4194}" dt="2025-09-27T23:47:11.334" v="439" actId="20577"/>
          <ac:spMkLst>
            <pc:docMk/>
            <pc:sldMk cId="1172083920" sldId="259"/>
            <ac:spMk id="10" creationId="{5407E6DB-3C13-AE62-C1F8-691E80957A7C}"/>
          </ac:spMkLst>
        </pc:spChg>
      </pc:sldChg>
      <pc:sldChg chg="modSp">
        <pc:chgData name="Chung, Haengbok" userId="S::hc101@illinois.edu::4f4b7bb3-96a8-4159-8529-7c87f7d0cc21" providerId="AD" clId="Web-{416D1383-A87A-3D07-1728-C0C3AEDD4194}" dt="2025-09-27T21:12:09.500" v="416" actId="20577"/>
        <pc:sldMkLst>
          <pc:docMk/>
          <pc:sldMk cId="1001686626" sldId="260"/>
        </pc:sldMkLst>
        <pc:spChg chg="mod">
          <ac:chgData name="Chung, Haengbok" userId="S::hc101@illinois.edu::4f4b7bb3-96a8-4159-8529-7c87f7d0cc21" providerId="AD" clId="Web-{416D1383-A87A-3D07-1728-C0C3AEDD4194}" dt="2025-09-27T21:12:09.500" v="416" actId="20577"/>
          <ac:spMkLst>
            <pc:docMk/>
            <pc:sldMk cId="1001686626" sldId="260"/>
            <ac:spMk id="2" creationId="{22F63B9A-AD97-4B3C-D748-96DE8F187A93}"/>
          </ac:spMkLst>
        </pc:spChg>
        <pc:spChg chg="mod">
          <ac:chgData name="Chung, Haengbok" userId="S::hc101@illinois.edu::4f4b7bb3-96a8-4159-8529-7c87f7d0cc21" providerId="AD" clId="Web-{416D1383-A87A-3D07-1728-C0C3AEDD4194}" dt="2025-09-27T14:24:59.725" v="363" actId="20577"/>
          <ac:spMkLst>
            <pc:docMk/>
            <pc:sldMk cId="1001686626" sldId="260"/>
            <ac:spMk id="3" creationId="{FF1B1C27-3322-FB57-6614-39A1B8E0EC54}"/>
          </ac:spMkLst>
        </pc:spChg>
      </pc:sldChg>
      <pc:sldChg chg="modSp">
        <pc:chgData name="Chung, Haengbok" userId="S::hc101@illinois.edu::4f4b7bb3-96a8-4159-8529-7c87f7d0cc21" providerId="AD" clId="Web-{416D1383-A87A-3D07-1728-C0C3AEDD4194}" dt="2025-09-27T21:12:12.782" v="417" actId="20577"/>
        <pc:sldMkLst>
          <pc:docMk/>
          <pc:sldMk cId="1485938665" sldId="261"/>
        </pc:sldMkLst>
        <pc:spChg chg="mod">
          <ac:chgData name="Chung, Haengbok" userId="S::hc101@illinois.edu::4f4b7bb3-96a8-4159-8529-7c87f7d0cc21" providerId="AD" clId="Web-{416D1383-A87A-3D07-1728-C0C3AEDD4194}" dt="2025-09-27T21:12:12.782" v="417" actId="20577"/>
          <ac:spMkLst>
            <pc:docMk/>
            <pc:sldMk cId="1485938665" sldId="261"/>
            <ac:spMk id="2" creationId="{19949A15-B558-5437-2D8F-78B0AB4DCA99}"/>
          </ac:spMkLst>
        </pc:spChg>
        <pc:spChg chg="mod">
          <ac:chgData name="Chung, Haengbok" userId="S::hc101@illinois.edu::4f4b7bb3-96a8-4159-8529-7c87f7d0cc21" providerId="AD" clId="Web-{416D1383-A87A-3D07-1728-C0C3AEDD4194}" dt="2025-09-27T14:10:49.160" v="340" actId="20577"/>
          <ac:spMkLst>
            <pc:docMk/>
            <pc:sldMk cId="1485938665" sldId="261"/>
            <ac:spMk id="3" creationId="{CDB4B907-C74E-FC90-3492-980244C5FDB2}"/>
          </ac:spMkLst>
        </pc:spChg>
      </pc:sldChg>
      <pc:sldChg chg="modSp">
        <pc:chgData name="Chung, Haengbok" userId="S::hc101@illinois.edu::4f4b7bb3-96a8-4159-8529-7c87f7d0cc21" providerId="AD" clId="Web-{416D1383-A87A-3D07-1728-C0C3AEDD4194}" dt="2025-09-27T21:11:55.812" v="412" actId="20577"/>
        <pc:sldMkLst>
          <pc:docMk/>
          <pc:sldMk cId="903890041" sldId="262"/>
        </pc:sldMkLst>
        <pc:spChg chg="mod">
          <ac:chgData name="Chung, Haengbok" userId="S::hc101@illinois.edu::4f4b7bb3-96a8-4159-8529-7c87f7d0cc21" providerId="AD" clId="Web-{416D1383-A87A-3D07-1728-C0C3AEDD4194}" dt="2025-09-27T21:11:55.812" v="412" actId="20577"/>
          <ac:spMkLst>
            <pc:docMk/>
            <pc:sldMk cId="903890041" sldId="262"/>
            <ac:spMk id="2" creationId="{B72968B4-8DC9-BA69-B57F-F809D457AF5B}"/>
          </ac:spMkLst>
        </pc:spChg>
      </pc:sldChg>
      <pc:sldChg chg="modSp">
        <pc:chgData name="Chung, Haengbok" userId="S::hc101@illinois.edu::4f4b7bb3-96a8-4159-8529-7c87f7d0cc21" providerId="AD" clId="Web-{416D1383-A87A-3D07-1728-C0C3AEDD4194}" dt="2025-09-27T21:11:51.405" v="411" actId="1076"/>
        <pc:sldMkLst>
          <pc:docMk/>
          <pc:sldMk cId="2788660381" sldId="263"/>
        </pc:sldMkLst>
        <pc:spChg chg="mod">
          <ac:chgData name="Chung, Haengbok" userId="S::hc101@illinois.edu::4f4b7bb3-96a8-4159-8529-7c87f7d0cc21" providerId="AD" clId="Web-{416D1383-A87A-3D07-1728-C0C3AEDD4194}" dt="2025-09-27T21:11:51.405" v="411" actId="1076"/>
          <ac:spMkLst>
            <pc:docMk/>
            <pc:sldMk cId="2788660381" sldId="263"/>
            <ac:spMk id="2" creationId="{8C5D6C51-1738-03A8-9298-652E17E20195}"/>
          </ac:spMkLst>
        </pc:spChg>
      </pc:sldChg>
      <pc:sldChg chg="modSp">
        <pc:chgData name="Chung, Haengbok" userId="S::hc101@illinois.edu::4f4b7bb3-96a8-4159-8529-7c87f7d0cc21" providerId="AD" clId="Web-{416D1383-A87A-3D07-1728-C0C3AEDD4194}" dt="2025-09-27T21:12:01.390" v="413" actId="20577"/>
        <pc:sldMkLst>
          <pc:docMk/>
          <pc:sldMk cId="532298851" sldId="264"/>
        </pc:sldMkLst>
        <pc:spChg chg="mod">
          <ac:chgData name="Chung, Haengbok" userId="S::hc101@illinois.edu::4f4b7bb3-96a8-4159-8529-7c87f7d0cc21" providerId="AD" clId="Web-{416D1383-A87A-3D07-1728-C0C3AEDD4194}" dt="2025-09-27T21:12:01.390" v="413" actId="20577"/>
          <ac:spMkLst>
            <pc:docMk/>
            <pc:sldMk cId="532298851" sldId="264"/>
            <ac:spMk id="6" creationId="{D538D45C-7718-9EB7-5F18-18CEB918A511}"/>
          </ac:spMkLst>
        </pc:spChg>
      </pc:sldChg>
      <pc:sldChg chg="addSp modSp">
        <pc:chgData name="Chung, Haengbok" userId="S::hc101@illinois.edu::4f4b7bb3-96a8-4159-8529-7c87f7d0cc21" providerId="AD" clId="Web-{416D1383-A87A-3D07-1728-C0C3AEDD4194}" dt="2025-09-27T21:12:06.500" v="415" actId="20577"/>
        <pc:sldMkLst>
          <pc:docMk/>
          <pc:sldMk cId="2641534386" sldId="265"/>
        </pc:sldMkLst>
        <pc:spChg chg="add mod">
          <ac:chgData name="Chung, Haengbok" userId="S::hc101@illinois.edu::4f4b7bb3-96a8-4159-8529-7c87f7d0cc21" providerId="AD" clId="Web-{416D1383-A87A-3D07-1728-C0C3AEDD4194}" dt="2025-09-27T21:09:52.182" v="390" actId="14100"/>
          <ac:spMkLst>
            <pc:docMk/>
            <pc:sldMk cId="2641534386" sldId="265"/>
            <ac:spMk id="3" creationId="{E2CD9FBF-8B35-7C58-FBEE-B59F5CF8DD12}"/>
          </ac:spMkLst>
        </pc:spChg>
        <pc:spChg chg="mod">
          <ac:chgData name="Chung, Haengbok" userId="S::hc101@illinois.edu::4f4b7bb3-96a8-4159-8529-7c87f7d0cc21" providerId="AD" clId="Web-{416D1383-A87A-3D07-1728-C0C3AEDD4194}" dt="2025-09-27T21:12:06.500" v="415" actId="20577"/>
          <ac:spMkLst>
            <pc:docMk/>
            <pc:sldMk cId="2641534386" sldId="265"/>
            <ac:spMk id="5" creationId="{623FA51E-B1F9-3FAE-85FE-5D764509DDE9}"/>
          </ac:spMkLst>
        </pc:spChg>
        <pc:spChg chg="mod">
          <ac:chgData name="Chung, Haengbok" userId="S::hc101@illinois.edu::4f4b7bb3-96a8-4159-8529-7c87f7d0cc21" providerId="AD" clId="Web-{416D1383-A87A-3D07-1728-C0C3AEDD4194}" dt="2025-09-27T21:09:00.338" v="367" actId="1076"/>
          <ac:spMkLst>
            <pc:docMk/>
            <pc:sldMk cId="2641534386" sldId="265"/>
            <ac:spMk id="8" creationId="{DE2839D1-CE54-9537-C5AE-26A74AFB4371}"/>
          </ac:spMkLst>
        </pc:spChg>
        <pc:picChg chg="add mod">
          <ac:chgData name="Chung, Haengbok" userId="S::hc101@illinois.edu::4f4b7bb3-96a8-4159-8529-7c87f7d0cc21" providerId="AD" clId="Web-{416D1383-A87A-3D07-1728-C0C3AEDD4194}" dt="2025-09-27T21:09:39.822" v="374" actId="14100"/>
          <ac:picMkLst>
            <pc:docMk/>
            <pc:sldMk cId="2641534386" sldId="265"/>
            <ac:picMk id="2" creationId="{0E0057D1-F28B-AB2F-87C6-251DB427CBB2}"/>
          </ac:picMkLst>
        </pc:picChg>
        <pc:picChg chg="mod">
          <ac:chgData name="Chung, Haengbok" userId="S::hc101@illinois.edu::4f4b7bb3-96a8-4159-8529-7c87f7d0cc21" providerId="AD" clId="Web-{416D1383-A87A-3D07-1728-C0C3AEDD4194}" dt="2025-09-27T21:09:00.338" v="366" actId="1076"/>
          <ac:picMkLst>
            <pc:docMk/>
            <pc:sldMk cId="2641534386" sldId="265"/>
            <ac:picMk id="6" creationId="{F929C376-6FB6-6C58-4767-F38259167CFE}"/>
          </ac:picMkLst>
        </pc:picChg>
      </pc:sldChg>
      <pc:sldChg chg="modSp">
        <pc:chgData name="Chung, Haengbok" userId="S::hc101@illinois.edu::4f4b7bb3-96a8-4159-8529-7c87f7d0cc21" providerId="AD" clId="Web-{416D1383-A87A-3D07-1728-C0C3AEDD4194}" dt="2025-09-27T21:12:16.047" v="418" actId="20577"/>
        <pc:sldMkLst>
          <pc:docMk/>
          <pc:sldMk cId="1745601361" sldId="266"/>
        </pc:sldMkLst>
        <pc:spChg chg="mod">
          <ac:chgData name="Chung, Haengbok" userId="S::hc101@illinois.edu::4f4b7bb3-96a8-4159-8529-7c87f7d0cc21" providerId="AD" clId="Web-{416D1383-A87A-3D07-1728-C0C3AEDD4194}" dt="2025-09-27T21:12:16.047" v="418" actId="20577"/>
          <ac:spMkLst>
            <pc:docMk/>
            <pc:sldMk cId="1745601361" sldId="266"/>
            <ac:spMk id="2" creationId="{B3EE5D37-7AF3-7990-DFB1-1838E755101C}"/>
          </ac:spMkLst>
        </pc:spChg>
        <pc:spChg chg="mod">
          <ac:chgData name="Chung, Haengbok" userId="S::hc101@illinois.edu::4f4b7bb3-96a8-4159-8529-7c87f7d0cc21" providerId="AD" clId="Web-{416D1383-A87A-3D07-1728-C0C3AEDD4194}" dt="2025-09-27T00:23:54.290" v="50" actId="20577"/>
          <ac:spMkLst>
            <pc:docMk/>
            <pc:sldMk cId="1745601361" sldId="266"/>
            <ac:spMk id="3" creationId="{735D5F2C-2A6B-C26A-5BC4-81326366B53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086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015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052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0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082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196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569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261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041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302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81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17B11-CCD8-4EEC-AD7E-F410C145496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14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06CF-0E17-3A52-35E7-A47F4A4192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Microsoft YaHei"/>
                <a:ea typeface="Microsoft YaHei"/>
              </a:rPr>
              <a:t>2D DRAWER </a:t>
            </a:r>
            <a:br>
              <a:rPr lang="en-US">
                <a:latin typeface="Microsoft YaHei"/>
              </a:rPr>
            </a:br>
            <a:r>
              <a:rPr lang="en-US">
                <a:latin typeface="Microsoft YaHei"/>
                <a:ea typeface="Microsoft YaHei"/>
              </a:rPr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9EF6C-7035-B405-345C-79B32FBEBD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Microsoft YaHei"/>
                <a:ea typeface="Microsoft YaHei"/>
                <a:cs typeface="Arial"/>
              </a:rPr>
              <a:t>Hacker: Casey Rodgers</a:t>
            </a:r>
            <a:endParaRPr lang="en-US">
              <a:latin typeface="Microsoft YaHei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7355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9DD66-313B-3093-DB50-B66BD6AD5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icrosoft YaHei"/>
                <a:ea typeface="Microsoft YaHei"/>
              </a:rPr>
              <a:t>Photo to Openable Objects?</a:t>
            </a:r>
          </a:p>
        </p:txBody>
      </p:sp>
      <p:pic>
        <p:nvPicPr>
          <p:cNvPr id="5" name="Picture 4" descr="A door with a sign on the wall&#10;&#10;AI-generated content may be incorrect.">
            <a:extLst>
              <a:ext uri="{FF2B5EF4-FFF2-40B4-BE49-F238E27FC236}">
                <a16:creationId xmlns:a16="http://schemas.microsoft.com/office/drawing/2014/main" id="{C4741345-2779-8F4B-3E07-1FBDB2CDF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35618" y="2326104"/>
            <a:ext cx="4892842" cy="3589422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FCD19888-E497-6DE8-3C23-94CC5CE2DA15}"/>
              </a:ext>
            </a:extLst>
          </p:cNvPr>
          <p:cNvSpPr/>
          <p:nvPr/>
        </p:nvSpPr>
        <p:spPr>
          <a:xfrm>
            <a:off x="4832684" y="3348789"/>
            <a:ext cx="3048000" cy="1483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cs typeface="Arial"/>
              </a:rPr>
              <a:t>???</a:t>
            </a:r>
          </a:p>
        </p:txBody>
      </p:sp>
      <p:pic>
        <p:nvPicPr>
          <p:cNvPr id="11" name="Picture 10" descr="A door with a sign on the wall&#10;&#10;AI-generated content may be incorrect.">
            <a:extLst>
              <a:ext uri="{FF2B5EF4-FFF2-40B4-BE49-F238E27FC236}">
                <a16:creationId xmlns:a16="http://schemas.microsoft.com/office/drawing/2014/main" id="{7FDE5F73-456A-C084-A1E2-07CD749BD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604961" y="2270959"/>
            <a:ext cx="4862763" cy="362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885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91590-FB1A-670F-22D0-749039737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D06E6-6A88-BA40-DCFC-F1C70E102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icrosoft YaHei"/>
                <a:ea typeface="Microsoft YaHei"/>
              </a:rPr>
              <a:t>1.) Detect the Openable Objects</a:t>
            </a:r>
          </a:p>
        </p:txBody>
      </p:sp>
      <p:pic>
        <p:nvPicPr>
          <p:cNvPr id="3" name="Picture 2" descr="A white rectangular object with a black background&#10;&#10;AI-generated content may be incorrect.">
            <a:extLst>
              <a:ext uri="{FF2B5EF4-FFF2-40B4-BE49-F238E27FC236}">
                <a16:creationId xmlns:a16="http://schemas.microsoft.com/office/drawing/2014/main" id="{692C2F79-8990-C7E0-200E-50AA405E8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566" y="1694447"/>
            <a:ext cx="3820027" cy="5083344"/>
          </a:xfrm>
          <a:prstGeom prst="rect">
            <a:avLst/>
          </a:prstGeom>
        </p:spPr>
      </p:pic>
      <p:pic>
        <p:nvPicPr>
          <p:cNvPr id="6" name="Picture 5" descr="A door with a sign on the wall&#10;&#10;AI-generated content may be incorrect.">
            <a:extLst>
              <a:ext uri="{FF2B5EF4-FFF2-40B4-BE49-F238E27FC236}">
                <a16:creationId xmlns:a16="http://schemas.microsoft.com/office/drawing/2014/main" id="{29867B7D-5549-37DD-246A-32049561D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170447" y="2311065"/>
            <a:ext cx="5093369" cy="3840079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1960C70F-F0EB-C532-3922-9D6488DD4752}"/>
              </a:ext>
            </a:extLst>
          </p:cNvPr>
          <p:cNvSpPr/>
          <p:nvPr/>
        </p:nvSpPr>
        <p:spPr>
          <a:xfrm>
            <a:off x="4832684" y="3348789"/>
            <a:ext cx="3048000" cy="1483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cs typeface="Arial"/>
              </a:rPr>
              <a:t>Nvidia </a:t>
            </a:r>
            <a:r>
              <a:rPr lang="en-US" err="1">
                <a:cs typeface="Arial"/>
              </a:rPr>
              <a:t>Segformer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1268708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CFA9E-13BA-D2BF-4EB2-65811BE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1088-6BDD-33EF-A6C6-3E09FD7CB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icrosoft YaHei"/>
                <a:ea typeface="Microsoft YaHei"/>
              </a:rPr>
              <a:t>2.) Determine Object Affordances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FEC0AC4-8C86-92FC-4436-C55BD0FC8942}"/>
              </a:ext>
            </a:extLst>
          </p:cNvPr>
          <p:cNvSpPr/>
          <p:nvPr/>
        </p:nvSpPr>
        <p:spPr>
          <a:xfrm>
            <a:off x="4832684" y="3348789"/>
            <a:ext cx="3048000" cy="1483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cs typeface="Arial"/>
              </a:rPr>
              <a:t>3DOI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4D4DC97-DD6C-3523-5D1B-9AB06EE14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4778" y="1705080"/>
            <a:ext cx="4379496" cy="43613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cs typeface="Arial"/>
              </a:rPr>
              <a:t>d</a:t>
            </a:r>
          </a:p>
          <a:p>
            <a:endParaRPr lang="en-US">
              <a:cs typeface="Arial"/>
            </a:endParaRPr>
          </a:p>
        </p:txBody>
      </p:sp>
      <p:pic>
        <p:nvPicPr>
          <p:cNvPr id="7" name="Picture 6" descr="A door with a light on the door&#10;&#10;AI-generated content may be incorrect.">
            <a:extLst>
              <a:ext uri="{FF2B5EF4-FFF2-40B4-BE49-F238E27FC236}">
                <a16:creationId xmlns:a16="http://schemas.microsoft.com/office/drawing/2014/main" id="{C3048F10-C24F-FAC1-6001-E6D23A2C6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175461" y="2280986"/>
            <a:ext cx="5043238" cy="38701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230482-7384-75E2-150D-54F8A8BDFA89}"/>
              </a:ext>
            </a:extLst>
          </p:cNvPr>
          <p:cNvSpPr txBox="1"/>
          <p:nvPr/>
        </p:nvSpPr>
        <p:spPr>
          <a:xfrm>
            <a:off x="8353926" y="1495926"/>
            <a:ext cx="368567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Microsoft YaHei"/>
                <a:ea typeface="Microsoft YaHei"/>
              </a:rPr>
              <a:t>Movable: </a:t>
            </a:r>
            <a:r>
              <a:rPr lang="en-US" sz="2400" err="1">
                <a:latin typeface="Microsoft YaHei"/>
                <a:ea typeface="Microsoft YaHei"/>
              </a:rPr>
              <a:t>one_hand</a:t>
            </a:r>
            <a:r>
              <a:rPr lang="en-US" sz="2400">
                <a:latin typeface="Microsoft YaHei"/>
                <a:ea typeface="Microsoft YaHei"/>
              </a:rPr>
              <a:t> </a:t>
            </a:r>
          </a:p>
          <a:p>
            <a:r>
              <a:rPr lang="en-US" sz="2400">
                <a:latin typeface="Microsoft YaHei"/>
                <a:ea typeface="Microsoft YaHei"/>
              </a:rPr>
              <a:t>Rigid: yes </a:t>
            </a:r>
          </a:p>
          <a:p>
            <a:r>
              <a:rPr lang="en-US" sz="2400">
                <a:latin typeface="Microsoft YaHei"/>
                <a:ea typeface="Microsoft YaHei"/>
              </a:rPr>
              <a:t>Kinematics: rotation </a:t>
            </a:r>
          </a:p>
          <a:p>
            <a:r>
              <a:rPr lang="en-US" sz="2400">
                <a:latin typeface="Microsoft YaHei"/>
                <a:ea typeface="Microsoft YaHei"/>
              </a:rPr>
              <a:t>Action: pull</a:t>
            </a:r>
            <a:endParaRPr lang="en-US" sz="2400">
              <a:latin typeface="Microsoft YaHei"/>
              <a:ea typeface="Microsoft YaHei"/>
              <a:cs typeface="Arial"/>
            </a:endParaRPr>
          </a:p>
        </p:txBody>
      </p:sp>
      <p:pic>
        <p:nvPicPr>
          <p:cNvPr id="9" name="Picture 8" descr="A door with a sign on the wall&#10;&#10;AI-generated content may be incorrect.">
            <a:extLst>
              <a:ext uri="{FF2B5EF4-FFF2-40B4-BE49-F238E27FC236}">
                <a16:creationId xmlns:a16="http://schemas.microsoft.com/office/drawing/2014/main" id="{6897F819-27E4-EAA3-66BD-4724266E1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915776" y="3724776"/>
            <a:ext cx="3459080" cy="256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400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DEF7-C17A-03F0-02E0-DA07B4E22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95395-372A-2152-6DCD-DC4634DC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icrosoft YaHei"/>
                <a:ea typeface="Microsoft YaHei"/>
              </a:rPr>
              <a:t>3.) Extract object cleanly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4E1C2B1-1FC4-E6CC-F15B-A0104D6C87CE}"/>
              </a:ext>
            </a:extLst>
          </p:cNvPr>
          <p:cNvSpPr/>
          <p:nvPr/>
        </p:nvSpPr>
        <p:spPr>
          <a:xfrm>
            <a:off x="4832684" y="3348789"/>
            <a:ext cx="3048000" cy="1483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cs typeface="Arial"/>
              </a:rPr>
              <a:t>OpenCV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928B3B5-DD89-8CB0-0EB0-F786DC880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4778" y="1705080"/>
            <a:ext cx="4379496" cy="43613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cs typeface="Arial"/>
              </a:rPr>
              <a:t>d</a:t>
            </a:r>
          </a:p>
          <a:p>
            <a:endParaRPr lang="en-US">
              <a:cs typeface="Arial"/>
            </a:endParaRPr>
          </a:p>
        </p:txBody>
      </p:sp>
      <p:pic>
        <p:nvPicPr>
          <p:cNvPr id="4" name="Picture 3" descr="A door with a sign on the wall&#10;&#10;AI-generated content may be incorrect.">
            <a:extLst>
              <a:ext uri="{FF2B5EF4-FFF2-40B4-BE49-F238E27FC236}">
                <a16:creationId xmlns:a16="http://schemas.microsoft.com/office/drawing/2014/main" id="{5EF0DA1E-6587-C546-64A2-19C05DA70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170447" y="2311065"/>
            <a:ext cx="5093369" cy="3840079"/>
          </a:xfrm>
          <a:prstGeom prst="rect">
            <a:avLst/>
          </a:prstGeom>
        </p:spPr>
      </p:pic>
      <p:pic>
        <p:nvPicPr>
          <p:cNvPr id="6" name="Picture 5" descr="A door with a handle&#10;&#10;AI-generated content may be incorrect.">
            <a:extLst>
              <a:ext uri="{FF2B5EF4-FFF2-40B4-BE49-F238E27FC236}">
                <a16:creationId xmlns:a16="http://schemas.microsoft.com/office/drawing/2014/main" id="{DBAE0DE8-87CC-E316-529D-D41918F85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985131" y="3538080"/>
            <a:ext cx="2785312" cy="138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646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6E947-65A9-0097-CF9A-2A037CECF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40099-F55D-C78E-66CF-9F9C3693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icrosoft YaHei"/>
                <a:ea typeface="Microsoft YaHei"/>
              </a:rPr>
              <a:t>4.) Warp ROI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55C7AC1-A5EF-4C63-2956-364BC3061D70}"/>
              </a:ext>
            </a:extLst>
          </p:cNvPr>
          <p:cNvSpPr/>
          <p:nvPr/>
        </p:nvSpPr>
        <p:spPr>
          <a:xfrm>
            <a:off x="4832684" y="3348789"/>
            <a:ext cx="3048000" cy="1483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cs typeface="Arial"/>
              </a:rPr>
              <a:t>OpenCV + </a:t>
            </a:r>
            <a:r>
              <a:rPr lang="en-US" err="1">
                <a:cs typeface="Arial"/>
              </a:rPr>
              <a:t>Homography</a:t>
            </a:r>
          </a:p>
        </p:txBody>
      </p:sp>
      <p:pic>
        <p:nvPicPr>
          <p:cNvPr id="6" name="Picture 5" descr="A door with a handle&#10;&#10;AI-generated content may be incorrect.">
            <a:extLst>
              <a:ext uri="{FF2B5EF4-FFF2-40B4-BE49-F238E27FC236}">
                <a16:creationId xmlns:a16="http://schemas.microsoft.com/office/drawing/2014/main" id="{3B61B698-17E9-EBF1-A98A-2367DBF5B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31894" y="3397712"/>
            <a:ext cx="2785312" cy="1387142"/>
          </a:xfrm>
          <a:prstGeom prst="rect">
            <a:avLst/>
          </a:prstGeom>
        </p:spPr>
      </p:pic>
      <p:pic>
        <p:nvPicPr>
          <p:cNvPr id="8" name="Picture 7" descr="A close-up of a garage door&#10;&#10;AI-generated content may be incorrect.">
            <a:extLst>
              <a:ext uri="{FF2B5EF4-FFF2-40B4-BE49-F238E27FC236}">
                <a16:creationId xmlns:a16="http://schemas.microsoft.com/office/drawing/2014/main" id="{206982FA-67BC-C186-35CB-719DA61FA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638674" y="3382127"/>
            <a:ext cx="2755232" cy="138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127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67A9E-5667-B511-81A3-D09DCD532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D9377-FE7D-7B1B-88D1-BADB11CDA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6810" cy="1335589"/>
          </a:xfrm>
        </p:spPr>
        <p:txBody>
          <a:bodyPr/>
          <a:lstStyle/>
          <a:p>
            <a:r>
              <a:rPr lang="en-US">
                <a:latin typeface="Microsoft YaHei"/>
                <a:ea typeface="Microsoft YaHei"/>
              </a:rPr>
              <a:t>5.) Create background based on object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1E6ECE3-144E-A264-04B6-AB600A32534E}"/>
              </a:ext>
            </a:extLst>
          </p:cNvPr>
          <p:cNvSpPr/>
          <p:nvPr/>
        </p:nvSpPr>
        <p:spPr>
          <a:xfrm>
            <a:off x="2596816" y="3338763"/>
            <a:ext cx="3048000" cy="1483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cs typeface="Arial"/>
              </a:rPr>
              <a:t>Llama4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092CB-E249-43FA-4426-862BBDB3CC22}"/>
              </a:ext>
            </a:extLst>
          </p:cNvPr>
          <p:cNvSpPr txBox="1"/>
          <p:nvPr/>
        </p:nvSpPr>
        <p:spPr>
          <a:xfrm>
            <a:off x="393032" y="1997242"/>
            <a:ext cx="2201779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Microsoft YaHei"/>
                <a:ea typeface="Microsoft YaHei"/>
              </a:rPr>
              <a:t>"Can you generate an image of the most likely image that would be behind an apartment door looking outside the apartment?"</a:t>
            </a:r>
            <a:endParaRPr lang="en-US"/>
          </a:p>
        </p:txBody>
      </p:sp>
      <p:pic>
        <p:nvPicPr>
          <p:cNvPr id="5" name="Picture 4" descr="A door with a view of a city&#10;&#10;AI-generated content may be incorrect.">
            <a:extLst>
              <a:ext uri="{FF2B5EF4-FFF2-40B4-BE49-F238E27FC236}">
                <a16:creationId xmlns:a16="http://schemas.microsoft.com/office/drawing/2014/main" id="{A33C5276-E1F0-E52B-54AE-AEBAE60C1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474" y="2346157"/>
            <a:ext cx="3429000" cy="3469106"/>
          </a:xfrm>
          <a:prstGeom prst="rect">
            <a:avLst/>
          </a:prstGeom>
        </p:spPr>
      </p:pic>
      <p:pic>
        <p:nvPicPr>
          <p:cNvPr id="7" name="Picture 6" descr="A balcony with a city view&#10;&#10;AI-generated content may be incorrect.">
            <a:extLst>
              <a:ext uri="{FF2B5EF4-FFF2-40B4-BE49-F238E27FC236}">
                <a16:creationId xmlns:a16="http://schemas.microsoft.com/office/drawing/2014/main" id="{5A7112DB-A378-2B8D-DF71-0B8CFC0EF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632" y="2687052"/>
            <a:ext cx="1061289" cy="277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962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0D6A7-FAD9-FB84-C613-F123DAB2E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452F-3C56-3412-96A6-7AFEA8A34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6810" cy="1335589"/>
          </a:xfrm>
        </p:spPr>
        <p:txBody>
          <a:bodyPr/>
          <a:lstStyle/>
          <a:p>
            <a:r>
              <a:rPr lang="en-US">
                <a:latin typeface="Microsoft YaHei"/>
                <a:ea typeface="Microsoft YaHei"/>
              </a:rPr>
              <a:t>6.) Combine Together with OpenCV</a:t>
            </a:r>
          </a:p>
        </p:txBody>
      </p:sp>
      <p:pic>
        <p:nvPicPr>
          <p:cNvPr id="3" name="Picture 2" descr="A door with a sign on the wall&#10;&#10;AI-generated content may be incorrect.">
            <a:extLst>
              <a:ext uri="{FF2B5EF4-FFF2-40B4-BE49-F238E27FC236}">
                <a16:creationId xmlns:a16="http://schemas.microsoft.com/office/drawing/2014/main" id="{39349BEB-5912-2FC4-6A25-CCB21F434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75197" y="2321091"/>
            <a:ext cx="4862763" cy="3629526"/>
          </a:xfrm>
          <a:prstGeom prst="rect">
            <a:avLst/>
          </a:prstGeom>
        </p:spPr>
      </p:pic>
      <p:pic>
        <p:nvPicPr>
          <p:cNvPr id="6" name="door_opening">
            <a:hlinkClick r:id="" action="ppaction://media"/>
            <a:extLst>
              <a:ext uri="{FF2B5EF4-FFF2-40B4-BE49-F238E27FC236}">
                <a16:creationId xmlns:a16="http://schemas.microsoft.com/office/drawing/2014/main" id="{FA84FFBC-CFF6-36B8-14E8-535B44E866E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 rot="5400000">
            <a:off x="6148137" y="2330115"/>
            <a:ext cx="4848727" cy="360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44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34113-663B-994F-65DD-8B5F46911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AF81E-4B03-9B66-C76B-70DD8CA85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361" y="510545"/>
            <a:ext cx="10515600" cy="1325563"/>
          </a:xfrm>
        </p:spPr>
        <p:txBody>
          <a:bodyPr/>
          <a:lstStyle/>
          <a:p>
            <a:r>
              <a:rPr lang="en-US">
                <a:latin typeface="Microsoft YaHei"/>
                <a:ea typeface="Microsoft YaHei"/>
              </a:rPr>
              <a:t>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D7D9D-07C2-2510-89CA-0351A69F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5263"/>
            <a:ext cx="10515600" cy="49128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Arial"/>
              </a:rPr>
              <a:t>Originally tried </a:t>
            </a:r>
            <a:r>
              <a:rPr lang="en-US" err="1">
                <a:cs typeface="Arial"/>
              </a:rPr>
              <a:t>Colab</a:t>
            </a:r>
            <a:r>
              <a:rPr lang="en-US">
                <a:cs typeface="Arial"/>
              </a:rPr>
              <a:t> -&gt; Weird file structure errors -&gt; Local </a:t>
            </a:r>
            <a:r>
              <a:rPr lang="en-US" err="1">
                <a:cs typeface="Arial"/>
              </a:rPr>
              <a:t>Jupyter</a:t>
            </a:r>
            <a:r>
              <a:rPr lang="en-US">
                <a:cs typeface="Arial"/>
              </a:rPr>
              <a:t> Notebook</a:t>
            </a:r>
          </a:p>
          <a:p>
            <a:endParaRPr lang="en-US">
              <a:cs typeface="Arial"/>
            </a:endParaRPr>
          </a:p>
          <a:p>
            <a:r>
              <a:rPr lang="en-US">
                <a:cs typeface="Arial"/>
              </a:rPr>
              <a:t>Spent a lot of time trying to: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cs typeface="Arial"/>
              </a:rPr>
              <a:t>Get the model packages to agree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cs typeface="Arial"/>
              </a:rPr>
              <a:t>Get the inputs in the right format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cs typeface="Arial"/>
              </a:rPr>
              <a:t>Fix minor errors in between each model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cs typeface="Arial"/>
              </a:rPr>
              <a:t>Playing with different inputs and settings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cs typeface="Arial"/>
            </a:endParaRPr>
          </a:p>
          <a:p>
            <a:r>
              <a:rPr lang="en-US">
                <a:cs typeface="Arial"/>
              </a:rPr>
              <a:t>Originally tried to directly incorporate a stable diffusion model -&gt; Super slow -&gt; Used an external diffusion model</a:t>
            </a:r>
          </a:p>
        </p:txBody>
      </p:sp>
    </p:spTree>
    <p:extLst>
      <p:ext uri="{BB962C8B-B14F-4D97-AF65-F5344CB8AC3E}">
        <p14:creationId xmlns:p14="http://schemas.microsoft.com/office/powerpoint/2010/main" val="1109731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AB1F5-EBDC-3229-3C13-99ADA5DEE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040F-0284-6892-ABFE-5BDC1CBA0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361" y="510545"/>
            <a:ext cx="10515600" cy="1325563"/>
          </a:xfrm>
        </p:spPr>
        <p:txBody>
          <a:bodyPr/>
          <a:lstStyle/>
          <a:p>
            <a:r>
              <a:rPr lang="en-US">
                <a:latin typeface="Microsoft YaHei"/>
                <a:ea typeface="Microsoft YaHei"/>
              </a:rPr>
              <a:t>Lessons Learned /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57180-4777-B99F-D5D9-6651E1F0D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10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Arial"/>
              </a:rPr>
              <a:t>Combining existing models into one workflow is difficult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cs typeface="Arial"/>
              </a:rPr>
              <a:t>Each one requires inputs in a certain format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cs typeface="Arial"/>
              </a:rPr>
              <a:t>Each one produces outputs in a certain format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cs typeface="Arial"/>
              </a:rPr>
              <a:t>Each one requires different package versions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cs typeface="Arial"/>
              </a:rPr>
              <a:t>Not straight forward to use only certain functions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cs typeface="Arial"/>
            </a:endParaRPr>
          </a:p>
          <a:p>
            <a:r>
              <a:rPr lang="en-US">
                <a:cs typeface="Arial"/>
              </a:rPr>
              <a:t>Beware converting from Pillow images to </a:t>
            </a:r>
            <a:r>
              <a:rPr lang="en-US" err="1">
                <a:cs typeface="Arial"/>
              </a:rPr>
              <a:t>Numpy</a:t>
            </a:r>
            <a:r>
              <a:rPr lang="en-US">
                <a:cs typeface="Arial"/>
              </a:rPr>
              <a:t> to OpenCV</a:t>
            </a:r>
          </a:p>
          <a:p>
            <a:endParaRPr lang="en-US">
              <a:cs typeface="Arial"/>
            </a:endParaRPr>
          </a:p>
          <a:p>
            <a:r>
              <a:rPr lang="en-US">
                <a:cs typeface="Arial"/>
              </a:rPr>
              <a:t>Each model has errors -&gt; These errors propagate</a:t>
            </a:r>
          </a:p>
        </p:txBody>
      </p:sp>
    </p:spTree>
    <p:extLst>
      <p:ext uri="{BB962C8B-B14F-4D97-AF65-F5344CB8AC3E}">
        <p14:creationId xmlns:p14="http://schemas.microsoft.com/office/powerpoint/2010/main" val="2955296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</Words>
  <Application>Microsoft Office PowerPoint</Application>
  <PresentationFormat>Widescreen</PresentationFormat>
  <Paragraphs>42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Microsoft YaHei</vt:lpstr>
      <vt:lpstr>Arial</vt:lpstr>
      <vt:lpstr>Arial Black</vt:lpstr>
      <vt:lpstr>Courier New</vt:lpstr>
      <vt:lpstr>Office 主题</vt:lpstr>
      <vt:lpstr>2D DRAWER  Implementation</vt:lpstr>
      <vt:lpstr>Photo to Openable Objects?</vt:lpstr>
      <vt:lpstr>1.) Detect the Openable Objects</vt:lpstr>
      <vt:lpstr>2.) Determine Object Affordances</vt:lpstr>
      <vt:lpstr>3.) Extract object cleanly</vt:lpstr>
      <vt:lpstr>4.) Warp ROI</vt:lpstr>
      <vt:lpstr>5.) Create background based on object</vt:lpstr>
      <vt:lpstr>6.) Combine Together with OpenCV</vt:lpstr>
      <vt:lpstr>Exploration</vt:lpstr>
      <vt:lpstr>Lessons Learned / Reflection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Rodgers, Casey Jane</cp:lastModifiedBy>
  <cp:revision>2</cp:revision>
  <dcterms:created xsi:type="dcterms:W3CDTF">2025-09-26T00:28:27Z</dcterms:created>
  <dcterms:modified xsi:type="dcterms:W3CDTF">2025-09-29T16:42:38Z</dcterms:modified>
</cp:coreProperties>
</file>